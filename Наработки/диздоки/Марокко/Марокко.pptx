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11822" y="-7978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9625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</a:t>
            </a:r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женщин Марокко</a:t>
            </a:r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50186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30355" y="5918784"/>
            <a:ext cx="256118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50" idx="2"/>
            <a:endCxn id="270" idx="0"/>
          </p:cNvCxnSpPr>
          <p:nvPr/>
        </p:nvCxnSpPr>
        <p:spPr>
          <a:xfrm rot="16200000" flipH="1">
            <a:off x="15325856" y="7862970"/>
            <a:ext cx="305760" cy="60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6801" y="7026031"/>
            <a:ext cx="294028" cy="6024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5400000">
            <a:off x="16397005" y="7748251"/>
            <a:ext cx="113604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4201" y="7151054"/>
            <a:ext cx="1136045" cy="1194394"/>
          </a:xfrm>
          <a:prstGeom prst="bentConnector3">
            <a:avLst>
              <a:gd name="adj1" fmla="val 1243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9808" y="7020903"/>
            <a:ext cx="290286" cy="60893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303203" y="7036446"/>
            <a:ext cx="286296" cy="573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5400000">
            <a:off x="17588257" y="7748852"/>
            <a:ext cx="1139787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850CEAB0-C21E-434F-A849-1523750D7F53}"/>
              </a:ext>
            </a:extLst>
          </p:cNvPr>
          <p:cNvCxnSpPr>
            <a:cxnSpLocks/>
            <a:stCxn id="257" idx="2"/>
            <a:endCxn id="270" idx="0"/>
          </p:cNvCxnSpPr>
          <p:nvPr/>
        </p:nvCxnSpPr>
        <p:spPr>
          <a:xfrm rot="5400000">
            <a:off x="15919873" y="7877287"/>
            <a:ext cx="305760" cy="579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98090CA8-8804-4169-9EAB-2F6B87A7C768}"/>
              </a:ext>
            </a:extLst>
          </p:cNvPr>
          <p:cNvCxnSpPr>
            <a:cxnSpLocks/>
            <a:stCxn id="447" idx="2"/>
            <a:endCxn id="202" idx="0"/>
          </p:cNvCxnSpPr>
          <p:nvPr/>
        </p:nvCxnSpPr>
        <p:spPr>
          <a:xfrm rot="16200000" flipH="1">
            <a:off x="18027551" y="6508360"/>
            <a:ext cx="256118" cy="76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57622</TotalTime>
  <Words>815</Words>
  <Application>Microsoft Office PowerPoint</Application>
  <PresentationFormat>Произвольный</PresentationFormat>
  <Paragraphs>184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2489</cp:revision>
  <dcterms:created xsi:type="dcterms:W3CDTF">2018-10-23T08:09:21Z</dcterms:created>
  <dcterms:modified xsi:type="dcterms:W3CDTF">2026-07-29T16:41:56Z</dcterms:modified>
</cp:coreProperties>
</file>