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75" d="100"/>
          <a:sy n="75" d="100"/>
        </p:scale>
        <p:origin x="-4068" y="-2100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16.07.2026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56937</TotalTime>
  <Words>1540</Words>
  <Application>Microsoft Office PowerPoint</Application>
  <PresentationFormat>Произвольный</PresentationFormat>
  <Paragraphs>185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2484</cp:revision>
  <dcterms:created xsi:type="dcterms:W3CDTF">2018-10-23T08:09:21Z</dcterms:created>
  <dcterms:modified xsi:type="dcterms:W3CDTF">2026-07-16T09:44:30Z</dcterms:modified>
</cp:coreProperties>
</file>