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125" d="100"/>
          <a:sy n="125" d="100"/>
        </p:scale>
        <p:origin x="-4690" y="-15206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08.07.2026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2486430" y="1455001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2157322" y="14635688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3392867" y="14646739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3105572" y="1623520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1239834" y="1542795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3710924" y="1542796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2166159" y="15697959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3737787" y="15798908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2502241" y="15168715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1261317" y="15791149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14328231" y="1623212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10621343" y="162328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10620695" y="1705075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9378311" y="1623212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1862540" y="162379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10640154" y="15169280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0945218" y="16911470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1862539" y="1705075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2189302" y="16914358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3103738" y="1705302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3105571" y="1787083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3428912" y="16913198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3428911" y="17731010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1879351" y="15791605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3114897" y="15178766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2486430" y="186726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2209476" y="16708077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0973930" y="16697026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9702510" y="16911088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1862538" y="1787083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10006377" y="1786868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10637735" y="17422564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10016189" y="17415336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2185665" y="17730796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14350658" y="15791388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15567082" y="1623212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14970084" y="15171963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3103738" y="1969328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9378310" y="170500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3017949" y="19144333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9382120" y="186726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9302060" y="18129466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15567081" y="170500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15891281" y="16911088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14330326" y="1786868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3537896" y="18437693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1862537" y="1969328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14244159" y="17319358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2397349" y="19141041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1862537" y="20626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14322402" y="2062633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2749576" y="19809411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3979710" y="19820477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12637898" y="2157072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13873795" y="232528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12637899" y="232528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</a:t>
            </a: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13246909" y="2244866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11399048" y="232528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12008058" y="2244866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12617168" y="21964773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13236593" y="21975187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12654060" y="22805827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13273486" y="22816243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13891434" y="22807305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12034635" y="22816243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12654061" y="22196818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12325373" y="23522830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12639430" y="2407075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13875836" y="2407076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12962863" y="23931028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16200000" flipH="1">
            <a:off x="14199013" y="23930774"/>
            <a:ext cx="277930" cy="20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13874267" y="2484458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102" idx="2"/>
            <a:endCxn id="113" idx="0"/>
          </p:cNvCxnSpPr>
          <p:nvPr/>
        </p:nvCxnSpPr>
        <p:spPr>
          <a:xfrm rot="5400000">
            <a:off x="14221302" y="24726889"/>
            <a:ext cx="233826" cy="15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7037300" y="178483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7037299" y="194491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6420079" y="186484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7662139" y="186484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7061803" y="18209780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7682832" y="18205970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8290308" y="2025652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8290309" y="1945581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7593228" y="18295574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8623117" y="20126174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5178019" y="1864843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6440774" y="17588749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5180447" y="194491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5512041" y="19317579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7662139" y="154455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7037298" y="1624690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7037298" y="20249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6419302" y="14629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7037299" y="1704762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8279358" y="1704762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8279359" y="1624690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6419303" y="1544618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793358" y="1624690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793359" y="1784390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793358" y="1704762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5184370" y="1545061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8279357" y="178483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6128378" y="17715762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8612165" y="16917263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8612163" y="17717978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7370103" y="16917263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7991134" y="16296234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7991132" y="17096951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7370104" y="17717980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4549418" y="1624690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5475743" y="16516905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4549417" y="1704802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5201914" y="15801286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823884" y="15814268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5503989" y="16295497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4882019" y="16917467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5504194" y="16295292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6126164" y="16917262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744246" y="15307968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7061104" y="15807549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8303241" y="15807624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5017144" y="16782341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5639114" y="17404311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5638174" y="16161311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6260144" y="16783281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7370108" y="20119503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4549416" y="1783843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5509141" y="17091058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6124565" y="14692718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7365977" y="14686237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900594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087897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121893" y="3808486"/>
            <a:ext cx="269998" cy="58833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7716431" y="3802284"/>
            <a:ext cx="269998" cy="6007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527356" y="3213948"/>
            <a:ext cx="269999" cy="17774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16200000" flipH="1">
            <a:off x="15933704" y="3807599"/>
            <a:ext cx="269999" cy="59010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528242" y="3803170"/>
            <a:ext cx="269998" cy="59896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7122780" y="3208633"/>
            <a:ext cx="269998" cy="17880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Согласовать новое правительство Марокко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11395711" y="24068112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Использовать движение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8225732" y="2244220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r>
              <a:rPr lang="ru-RU" sz="100" dirty="0"/>
              <a:t>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5782025" y="2244628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6983007" y="215683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0895421" y="2244628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10279833" y="215683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9709105" y="2244628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Транссахарская</a:t>
            </a:r>
            <a:r>
              <a:rPr lang="ru-RU" sz="700" dirty="0"/>
              <a:t> железная дорога: Фес — Нуакшот</a:t>
            </a:r>
            <a:endParaRPr lang="ru-RU" sz="6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8903901" y="232528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0663008" y="20814777"/>
            <a:ext cx="1142110" cy="3733997"/>
          </a:xfrm>
          <a:prstGeom prst="bentConnector3">
            <a:avLst>
              <a:gd name="adj1" fmla="val 1441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7834372" y="21720138"/>
            <a:ext cx="1144490" cy="1920894"/>
          </a:xfrm>
          <a:prstGeom prst="bentConnector3">
            <a:avLst>
              <a:gd name="adj1" fmla="val 1449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9482785" y="21992619"/>
            <a:ext cx="1144490" cy="1375932"/>
          </a:xfrm>
          <a:prstGeom prst="bentConnector3">
            <a:avLst>
              <a:gd name="adj1" fmla="val 14491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7682528" y="19006374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7061498" y="19010184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10895420" y="2484458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потомков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11084519" y="24066894"/>
            <a:ext cx="1051756" cy="503628"/>
          </a:xfrm>
          <a:prstGeom prst="bentConnector3">
            <a:avLst>
              <a:gd name="adj1" fmla="val 134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11723996" y="23931045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9707225" y="24070758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</a:p>
        </p:txBody>
      </p: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9707450" y="24844586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</a:p>
        </p:txBody>
      </p: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16200000" flipH="1">
            <a:off x="10053586" y="24727559"/>
            <a:ext cx="233828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племён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Мароккансая</a:t>
            </a:r>
            <a:r>
              <a:rPr lang="ru-RU" sz="700" dirty="0"/>
              <a:t>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Союзом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10288659" y="21991949"/>
            <a:ext cx="337947" cy="5707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0881817" y="21969519"/>
            <a:ext cx="337947" cy="6155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6676706" y="21676822"/>
            <a:ext cx="337947" cy="12009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7900600" y="21653909"/>
            <a:ext cx="333865" cy="12427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6979136" y="2324699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5400000">
            <a:off x="7933201" y="22491303"/>
            <a:ext cx="264792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6713388" y="22518086"/>
            <a:ext cx="260710" cy="1197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5781537" y="2407372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5400000">
            <a:off x="5701223" y="23529764"/>
            <a:ext cx="1087442" cy="4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7682211" y="15803814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7991134" y="17096951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620">
            <a:extLst>
              <a:ext uri="{FF2B5EF4-FFF2-40B4-BE49-F238E27FC236}">
                <a16:creationId xmlns:a16="http://schemas.microsoft.com/office/drawing/2014/main" id="{2F1FC60A-FD35-4AEA-9A97-D8427F39E0C8}"/>
              </a:ext>
            </a:extLst>
          </p:cNvPr>
          <p:cNvCxnSpPr>
            <a:cxnSpLocks/>
            <a:stCxn id="69" idx="2"/>
            <a:endCxn id="438" idx="0"/>
          </p:cNvCxnSpPr>
          <p:nvPr/>
        </p:nvCxnSpPr>
        <p:spPr>
          <a:xfrm rot="5400000">
            <a:off x="10877336" y="23085883"/>
            <a:ext cx="277928" cy="16918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56368</TotalTime>
  <Words>896</Words>
  <Application>Microsoft Office PowerPoint</Application>
  <PresentationFormat>Произвольный</PresentationFormat>
  <Paragraphs>183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2479</cp:revision>
  <dcterms:created xsi:type="dcterms:W3CDTF">2018-10-23T08:09:21Z</dcterms:created>
  <dcterms:modified xsi:type="dcterms:W3CDTF">2026-07-08T11:25:41Z</dcterms:modified>
</cp:coreProperties>
</file>