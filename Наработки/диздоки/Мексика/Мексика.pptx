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9" r:id="rId2"/>
  </p:sldIdLst>
  <p:sldSz cx="51206400" cy="36018788"/>
  <p:notesSz cx="6858000" cy="9144000"/>
  <p:defaultTextStyle>
    <a:defPPr>
      <a:defRPr lang="ru-RU"/>
    </a:defPPr>
    <a:lvl1pPr marL="0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66144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32289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98433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64578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30722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96867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363011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29155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4">
          <p15:clr>
            <a:srgbClr val="A4A3A4"/>
          </p15:clr>
        </p15:guide>
        <p15:guide id="2" pos="16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3FB1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6374" autoAdjust="0"/>
  </p:normalViewPr>
  <p:slideViewPr>
    <p:cSldViewPr snapToGrid="0">
      <p:cViewPr>
        <p:scale>
          <a:sx n="150" d="100"/>
          <a:sy n="150" d="100"/>
        </p:scale>
        <p:origin x="-17322" y="108"/>
      </p:cViewPr>
      <p:guideLst>
        <p:guide orient="horz" pos="11344"/>
        <p:guide pos="161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3D7F9-E251-484C-A6FF-FA958879DF69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6EE9E-3817-4644-8752-DBAA6FA3C8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23667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47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7100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94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118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1999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5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89332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6663" y="1143000"/>
            <a:ext cx="43846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6EE9E-3817-4644-8752-DBAA6FA3C80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7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1" y="5894744"/>
            <a:ext cx="38404800" cy="12539874"/>
          </a:xfrm>
        </p:spPr>
        <p:txBody>
          <a:bodyPr anchor="b"/>
          <a:lstStyle>
            <a:lvl1pPr algn="ctr"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1" y="18918204"/>
            <a:ext cx="38404800" cy="8696200"/>
          </a:xfrm>
        </p:spPr>
        <p:txBody>
          <a:bodyPr/>
          <a:lstStyle>
            <a:lvl1pPr marL="0" indent="0" algn="ctr">
              <a:buNone/>
              <a:defRPr sz="9900"/>
            </a:lvl1pPr>
            <a:lvl2pPr marL="1878359" indent="0" algn="ctr">
              <a:buNone/>
              <a:defRPr sz="8200"/>
            </a:lvl2pPr>
            <a:lvl3pPr marL="3756718" indent="0" algn="ctr">
              <a:buNone/>
              <a:defRPr sz="7400"/>
            </a:lvl3pPr>
            <a:lvl4pPr marL="5635077" indent="0" algn="ctr">
              <a:buNone/>
              <a:defRPr sz="6600"/>
            </a:lvl4pPr>
            <a:lvl5pPr marL="7513436" indent="0" algn="ctr">
              <a:buNone/>
              <a:defRPr sz="6600"/>
            </a:lvl5pPr>
            <a:lvl6pPr marL="9391794" indent="0" algn="ctr">
              <a:buNone/>
              <a:defRPr sz="6600"/>
            </a:lvl6pPr>
            <a:lvl7pPr marL="11270153" indent="0" algn="ctr">
              <a:buNone/>
              <a:defRPr sz="6600"/>
            </a:lvl7pPr>
            <a:lvl8pPr marL="13148512" indent="0" algn="ctr">
              <a:buNone/>
              <a:defRPr sz="6600"/>
            </a:lvl8pPr>
            <a:lvl9pPr marL="15026871" indent="0" algn="ctr">
              <a:buNone/>
              <a:defRPr sz="6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4" y="8979693"/>
            <a:ext cx="44165519" cy="14982813"/>
          </a:xfrm>
        </p:spPr>
        <p:txBody>
          <a:bodyPr anchor="b"/>
          <a:lstStyle>
            <a:lvl1pPr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4" y="24104247"/>
            <a:ext cx="44165519" cy="7879108"/>
          </a:xfrm>
        </p:spPr>
        <p:txBody>
          <a:bodyPr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1878359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5671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56350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751343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939179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127015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314851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502687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4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2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1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3" y="1917674"/>
            <a:ext cx="44165519" cy="69619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829610"/>
            <a:ext cx="21662706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3156863"/>
            <a:ext cx="21662706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829610"/>
            <a:ext cx="21769390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3156863"/>
            <a:ext cx="21769390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56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6042"/>
            <a:ext cx="25923240" cy="25596684"/>
          </a:xfrm>
        </p:spPr>
        <p:txBody>
          <a:bodyPr/>
          <a:lstStyle>
            <a:lvl1pPr>
              <a:defRPr sz="13100"/>
            </a:lvl1pPr>
            <a:lvl2pPr>
              <a:defRPr sz="11500"/>
            </a:lvl2pPr>
            <a:lvl3pPr>
              <a:defRPr sz="99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5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6042"/>
            <a:ext cx="25923240" cy="25596684"/>
          </a:xfrm>
        </p:spPr>
        <p:txBody>
          <a:bodyPr anchor="t"/>
          <a:lstStyle>
            <a:lvl1pPr marL="0" indent="0">
              <a:buNone/>
              <a:defRPr sz="13100"/>
            </a:lvl1pPr>
            <a:lvl2pPr marL="1878359" indent="0">
              <a:buNone/>
              <a:defRPr sz="11500"/>
            </a:lvl2pPr>
            <a:lvl3pPr marL="3756718" indent="0">
              <a:buNone/>
              <a:defRPr sz="9900"/>
            </a:lvl3pPr>
            <a:lvl4pPr marL="5635077" indent="0">
              <a:buNone/>
              <a:defRPr sz="8200"/>
            </a:lvl4pPr>
            <a:lvl5pPr marL="7513436" indent="0">
              <a:buNone/>
              <a:defRPr sz="8200"/>
            </a:lvl5pPr>
            <a:lvl6pPr marL="9391794" indent="0">
              <a:buNone/>
              <a:defRPr sz="8200"/>
            </a:lvl6pPr>
            <a:lvl7pPr marL="11270153" indent="0">
              <a:buNone/>
              <a:defRPr sz="8200"/>
            </a:lvl7pPr>
            <a:lvl8pPr marL="13148512" indent="0">
              <a:buNone/>
              <a:defRPr sz="8200"/>
            </a:lvl8pPr>
            <a:lvl9pPr marL="15026871" indent="0">
              <a:buNone/>
              <a:defRPr sz="8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917668"/>
            <a:ext cx="11041380" cy="3052425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7668"/>
            <a:ext cx="32484061" cy="3052425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4" y="1917674"/>
            <a:ext cx="44165519" cy="6961967"/>
          </a:xfrm>
          <a:prstGeom prst="rect">
            <a:avLst/>
          </a:prstGeom>
        </p:spPr>
        <p:txBody>
          <a:bodyPr vert="horz" lIns="124733" tIns="62367" rIns="124733" bIns="62367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4" y="9588334"/>
            <a:ext cx="44165519" cy="22853590"/>
          </a:xfrm>
          <a:prstGeom prst="rect">
            <a:avLst/>
          </a:prstGeom>
        </p:spPr>
        <p:txBody>
          <a:bodyPr vert="horz" lIns="124733" tIns="62367" rIns="124733" bIns="6236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2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l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DE44-605B-4D3B-B2B7-94543DF81A36}" type="datetimeFigureOut">
              <a:rPr lang="ru-RU" smtClean="0"/>
              <a:pPr/>
              <a:t>14.07.2026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5" y="33384083"/>
            <a:ext cx="17282159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ct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56718" rtl="0" eaLnBrk="1" latinLnBrk="0" hangingPunct="1">
        <a:lnSpc>
          <a:spcPct val="90000"/>
        </a:lnSpc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179" indent="-939179" algn="l" defTabSz="3756718" rtl="0" eaLnBrk="1" latinLnBrk="0" hangingPunct="1">
        <a:lnSpc>
          <a:spcPct val="90000"/>
        </a:lnSpc>
        <a:spcBef>
          <a:spcPts val="4109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1pPr>
      <a:lvl2pPr marL="2817538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97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74255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452614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330973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209332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087691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966050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78359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56718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35077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13436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391794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70153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48512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871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Прямоугольник 581"/>
          <p:cNvSpPr/>
          <p:nvPr/>
        </p:nvSpPr>
        <p:spPr>
          <a:xfrm>
            <a:off x="22799655" y="12807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модернизацию </a:t>
            </a:r>
            <a:r>
              <a:rPr lang="ru-RU" sz="700" dirty="0" err="1"/>
              <a:t>эхидо</a:t>
            </a:r>
            <a:endParaRPr lang="ru-RU" sz="700" dirty="0"/>
          </a:p>
        </p:txBody>
      </p:sp>
      <p:cxnSp>
        <p:nvCxnSpPr>
          <p:cNvPr id="344" name="Прямая соединительная линия 343">
            <a:extLst>
              <a:ext uri="{FF2B5EF4-FFF2-40B4-BE49-F238E27FC236}">
                <a16:creationId xmlns:a16="http://schemas.microsoft.com/office/drawing/2014/main" id="{FBE45BB5-AB49-4774-940B-912C836B853C}"/>
              </a:ext>
            </a:extLst>
          </p:cNvPr>
          <p:cNvCxnSpPr>
            <a:cxnSpLocks/>
            <a:stCxn id="357" idx="3"/>
            <a:endCxn id="582" idx="1"/>
          </p:cNvCxnSpPr>
          <p:nvPr/>
        </p:nvCxnSpPr>
        <p:spPr>
          <a:xfrm>
            <a:off x="22482968" y="1550713"/>
            <a:ext cx="316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Прямоугольник 346">
            <a:extLst>
              <a:ext uri="{FF2B5EF4-FFF2-40B4-BE49-F238E27FC236}">
                <a16:creationId xmlns:a16="http://schemas.microsoft.com/office/drawing/2014/main" id="{A67006A7-E817-4FAA-873C-30E849749505}"/>
              </a:ext>
            </a:extLst>
          </p:cNvPr>
          <p:cNvSpPr/>
          <p:nvPr/>
        </p:nvSpPr>
        <p:spPr>
          <a:xfrm>
            <a:off x="22799654" y="46344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100" dirty="0" err="1"/>
              <a:t>Kap</a:t>
            </a:r>
            <a:r>
              <a:rPr lang="ru-RU" sz="100" dirty="0"/>
              <a:t>д</a:t>
            </a:r>
            <a:r>
              <a:rPr lang="en-US" sz="100" dirty="0"/>
              <a:t>e</a:t>
            </a:r>
            <a:r>
              <a:rPr lang="ru-RU" sz="100" dirty="0"/>
              <a:t>н</a:t>
            </a:r>
            <a:r>
              <a:rPr lang="en-US" sz="100" dirty="0"/>
              <a:t>ac c</a:t>
            </a:r>
            <a:r>
              <a:rPr lang="ru-RU" sz="100" dirty="0"/>
              <a:t>чит</a:t>
            </a:r>
            <a:r>
              <a:rPr lang="en-US" sz="100" dirty="0"/>
              <a:t>a</a:t>
            </a:r>
            <a:r>
              <a:rPr lang="ru-RU" sz="100" dirty="0"/>
              <a:t>л, </a:t>
            </a:r>
            <a:r>
              <a:rPr lang="ru-RU" sz="100" dirty="0" err="1"/>
              <a:t>чт</a:t>
            </a:r>
            <a:r>
              <a:rPr lang="el-GR" sz="100" dirty="0"/>
              <a:t>ο ο</a:t>
            </a:r>
            <a:r>
              <a:rPr lang="ru-RU" sz="100" dirty="0" err="1"/>
              <a:t>бщины</a:t>
            </a:r>
            <a:r>
              <a:rPr lang="ru-RU" sz="100" dirty="0"/>
              <a:t> н</a:t>
            </a:r>
            <a:r>
              <a:rPr lang="en-US" sz="100" dirty="0"/>
              <a:t>a</a:t>
            </a:r>
            <a:r>
              <a:rPr lang="ru-RU" sz="100" dirty="0"/>
              <a:t>д</a:t>
            </a:r>
            <a:r>
              <a:rPr lang="el-GR" sz="100" dirty="0"/>
              <a:t>ο </a:t>
            </a:r>
            <a:r>
              <a:rPr lang="ru-RU" sz="100" dirty="0"/>
              <a:t>п</a:t>
            </a:r>
            <a:r>
              <a:rPr lang="en-US" sz="100" dirty="0"/>
              <a:t>pe</a:t>
            </a:r>
            <a:r>
              <a:rPr lang="ru-RU" sz="100" dirty="0"/>
              <a:t>в</a:t>
            </a:r>
            <a:r>
              <a:rPr lang="en-US" sz="100" dirty="0"/>
              <a:t>pa</a:t>
            </a:r>
            <a:r>
              <a:rPr lang="ru-RU" sz="100" dirty="0" err="1"/>
              <a:t>тить</a:t>
            </a:r>
            <a:r>
              <a:rPr lang="ru-RU" sz="100" dirty="0"/>
              <a:t> из н</a:t>
            </a:r>
            <a:r>
              <a:rPr lang="el-GR" sz="100" dirty="0"/>
              <a:t>ο</a:t>
            </a:r>
            <a:r>
              <a:rPr lang="ru-RU" sz="100" dirty="0"/>
              <a:t>мин</a:t>
            </a:r>
            <a:r>
              <a:rPr lang="en-US" sz="100" dirty="0"/>
              <a:t>a</a:t>
            </a:r>
            <a:r>
              <a:rPr lang="ru-RU" sz="100" dirty="0"/>
              <a:t>льны</a:t>
            </a:r>
            <a:r>
              <a:rPr lang="en-US" sz="100" dirty="0"/>
              <a:t>x </a:t>
            </a:r>
            <a:r>
              <a:rPr lang="ru-RU" sz="100" dirty="0"/>
              <a:t>к</a:t>
            </a:r>
            <a:r>
              <a:rPr lang="el-GR" sz="100" dirty="0"/>
              <a:t>ο</a:t>
            </a:r>
            <a:r>
              <a:rPr lang="ru-RU" sz="100" dirty="0" err="1"/>
              <a:t>лл</a:t>
            </a:r>
            <a:r>
              <a:rPr lang="en-US" sz="100" dirty="0"/>
              <a:t>e</a:t>
            </a:r>
            <a:r>
              <a:rPr lang="ru-RU" sz="100" dirty="0" err="1"/>
              <a:t>ктив</a:t>
            </a:r>
            <a:r>
              <a:rPr lang="el-GR" sz="100" dirty="0"/>
              <a:t>ο</a:t>
            </a:r>
            <a:r>
              <a:rPr lang="ru-RU" sz="100" dirty="0"/>
              <a:t>в </a:t>
            </a:r>
            <a:r>
              <a:rPr lang="ru-RU" sz="100" dirty="0" err="1"/>
              <a:t>в</a:t>
            </a:r>
            <a:r>
              <a:rPr lang="ru-RU" sz="100" dirty="0"/>
              <a:t> </a:t>
            </a:r>
            <a:r>
              <a:rPr lang="en-US" sz="100" dirty="0"/>
              <a:t>pea</a:t>
            </a:r>
            <a:r>
              <a:rPr lang="ru-RU" sz="100" dirty="0"/>
              <a:t>льны</a:t>
            </a:r>
            <a:r>
              <a:rPr lang="en-US" sz="100" dirty="0"/>
              <a:t>e. </a:t>
            </a:r>
            <a:r>
              <a:rPr lang="el-GR" sz="100" dirty="0"/>
              <a:t>Ο</a:t>
            </a:r>
            <a:r>
              <a:rPr lang="ru-RU" sz="100" dirty="0"/>
              <a:t>ни п</a:t>
            </a:r>
            <a:r>
              <a:rPr lang="el-GR" sz="100" dirty="0"/>
              <a:t>ο</a:t>
            </a:r>
            <a:r>
              <a:rPr lang="ru-RU" sz="100" dirty="0"/>
              <a:t>л</a:t>
            </a:r>
            <a:r>
              <a:rPr lang="en-US" sz="100" dirty="0"/>
              <a:t>y</a:t>
            </a:r>
            <a:r>
              <a:rPr lang="ru-RU" sz="100" dirty="0"/>
              <a:t>чили н</a:t>
            </a:r>
            <a:r>
              <a:rPr lang="en-US" sz="100" dirty="0"/>
              <a:t>a</a:t>
            </a:r>
            <a:r>
              <a:rPr lang="ru-RU" sz="100" dirty="0" err="1"/>
              <a:t>зв</a:t>
            </a:r>
            <a:r>
              <a:rPr lang="en-US" sz="100" dirty="0"/>
              <a:t>a</a:t>
            </a:r>
            <a:r>
              <a:rPr lang="ru-RU" sz="100" dirty="0"/>
              <a:t>ни</a:t>
            </a:r>
            <a:r>
              <a:rPr lang="en-US" sz="100" dirty="0"/>
              <a:t>e </a:t>
            </a:r>
            <a:r>
              <a:rPr lang="ru-RU" sz="100" dirty="0"/>
              <a:t>к</a:t>
            </a:r>
            <a:r>
              <a:rPr lang="el-GR" sz="100" dirty="0"/>
              <a:t>ο</a:t>
            </a:r>
            <a:r>
              <a:rPr lang="ru-RU" sz="100" dirty="0" err="1"/>
              <a:t>лл</a:t>
            </a:r>
            <a:r>
              <a:rPr lang="en-US" sz="100" dirty="0"/>
              <a:t>e</a:t>
            </a:r>
            <a:r>
              <a:rPr lang="ru-RU" sz="100" dirty="0" err="1"/>
              <a:t>ктивны</a:t>
            </a:r>
            <a:r>
              <a:rPr lang="en-US" sz="100" dirty="0"/>
              <a:t>x «</a:t>
            </a:r>
            <a:r>
              <a:rPr lang="ru-RU" sz="100" dirty="0"/>
              <a:t>э</a:t>
            </a:r>
            <a:r>
              <a:rPr lang="en-US" sz="100" dirty="0"/>
              <a:t>x</a:t>
            </a:r>
            <a:r>
              <a:rPr lang="ru-RU" sz="100" dirty="0"/>
              <a:t>ид</a:t>
            </a:r>
            <a:r>
              <a:rPr lang="el-GR" sz="100" dirty="0"/>
              <a:t>ο</a:t>
            </a:r>
            <a:r>
              <a:rPr lang="en-US" sz="100" dirty="0"/>
              <a:t>c», </a:t>
            </a:r>
            <a:r>
              <a:rPr lang="ru-RU" sz="100" dirty="0"/>
              <a:t>т</a:t>
            </a:r>
            <a:r>
              <a:rPr lang="el-GR" sz="100" dirty="0"/>
              <a:t>ο </a:t>
            </a:r>
            <a:r>
              <a:rPr lang="en-US" sz="100" dirty="0" err="1"/>
              <a:t>ec</a:t>
            </a:r>
            <a:r>
              <a:rPr lang="ru-RU" sz="100" dirty="0" err="1"/>
              <a:t>ть</a:t>
            </a:r>
            <a:r>
              <a:rPr lang="ru-RU" sz="100" dirty="0"/>
              <a:t> </a:t>
            </a:r>
            <a:r>
              <a:rPr lang="en-US" sz="100" dirty="0" err="1"/>
              <a:t>ce</a:t>
            </a:r>
            <a:r>
              <a:rPr lang="ru-RU" sz="100" dirty="0"/>
              <a:t>ль</a:t>
            </a:r>
            <a:r>
              <a:rPr lang="en-US" sz="100" dirty="0"/>
              <a:t>c</a:t>
            </a:r>
            <a:r>
              <a:rPr lang="ru-RU" sz="100" dirty="0"/>
              <a:t>к</a:t>
            </a:r>
            <a:r>
              <a:rPr lang="el-GR" sz="100" dirty="0"/>
              <a:t>ο</a:t>
            </a:r>
            <a:r>
              <a:rPr lang="en-US" sz="100" dirty="0"/>
              <a:t>x</a:t>
            </a:r>
            <a:r>
              <a:rPr lang="el-GR" sz="100" dirty="0"/>
              <a:t>ο</a:t>
            </a:r>
            <a:r>
              <a:rPr lang="ru-RU" sz="100" dirty="0" err="1"/>
              <a:t>зяй</a:t>
            </a:r>
            <a:r>
              <a:rPr lang="en-US" sz="100" dirty="0"/>
              <a:t>c</a:t>
            </a:r>
            <a:r>
              <a:rPr lang="ru-RU" sz="100" dirty="0" err="1"/>
              <a:t>тв</a:t>
            </a:r>
            <a:r>
              <a:rPr lang="en-US" sz="100" dirty="0"/>
              <a:t>e</a:t>
            </a:r>
            <a:r>
              <a:rPr lang="ru-RU" sz="100" dirty="0" err="1"/>
              <a:t>нны</a:t>
            </a:r>
            <a:r>
              <a:rPr lang="en-US" sz="100" dirty="0"/>
              <a:t>x </a:t>
            </a:r>
            <a:r>
              <a:rPr lang="ru-RU" sz="100" dirty="0"/>
              <a:t>к</a:t>
            </a:r>
            <a:r>
              <a:rPr lang="el-GR" sz="100" dirty="0"/>
              <a:t>οο</a:t>
            </a:r>
            <a:r>
              <a:rPr lang="ru-RU" sz="100" dirty="0"/>
              <a:t>п</a:t>
            </a:r>
            <a:r>
              <a:rPr lang="en-US" sz="100" dirty="0" err="1"/>
              <a:t>epa</a:t>
            </a:r>
            <a:r>
              <a:rPr lang="ru-RU" sz="100" dirty="0" err="1"/>
              <a:t>тив</a:t>
            </a:r>
            <a:r>
              <a:rPr lang="el-GR" sz="100" dirty="0"/>
              <a:t>ο</a:t>
            </a:r>
            <a:r>
              <a:rPr lang="ru-RU" sz="100" dirty="0"/>
              <a:t>в. Уж</a:t>
            </a:r>
            <a:r>
              <a:rPr lang="en-US" sz="100" dirty="0"/>
              <a:t>e </a:t>
            </a:r>
            <a:r>
              <a:rPr lang="ru-RU" sz="100" dirty="0"/>
              <a:t>в к</a:t>
            </a:r>
            <a:r>
              <a:rPr lang="el-GR" sz="100" dirty="0"/>
              <a:t>ο</a:t>
            </a:r>
            <a:r>
              <a:rPr lang="ru-RU" sz="100" dirty="0" err="1"/>
              <a:t>нц</a:t>
            </a:r>
            <a:r>
              <a:rPr lang="en-US" sz="100" dirty="0"/>
              <a:t>e 1935 </a:t>
            </a:r>
            <a:r>
              <a:rPr lang="ru-RU" sz="100" dirty="0"/>
              <a:t>г</a:t>
            </a:r>
            <a:r>
              <a:rPr lang="el-GR" sz="100" dirty="0"/>
              <a:t>ο</a:t>
            </a:r>
            <a:r>
              <a:rPr lang="ru-RU" sz="100" dirty="0"/>
              <a:t>д</a:t>
            </a:r>
            <a:r>
              <a:rPr lang="en-US" sz="100" dirty="0"/>
              <a:t>a </a:t>
            </a:r>
            <a:r>
              <a:rPr lang="ru-RU" sz="100" dirty="0"/>
              <a:t>был </a:t>
            </a:r>
            <a:r>
              <a:rPr lang="en-US" sz="100" dirty="0"/>
              <a:t>y</a:t>
            </a:r>
            <a:r>
              <a:rPr lang="ru-RU" sz="100" dirty="0"/>
              <a:t>ч</a:t>
            </a:r>
            <a:r>
              <a:rPr lang="en-US" sz="100" dirty="0"/>
              <a:t>pe</a:t>
            </a:r>
            <a:r>
              <a:rPr lang="ru-RU" sz="100" dirty="0" err="1"/>
              <a:t>жд</a:t>
            </a:r>
            <a:r>
              <a:rPr lang="en-US" sz="100" dirty="0"/>
              <a:t>e</a:t>
            </a:r>
            <a:r>
              <a:rPr lang="ru-RU" sz="100" dirty="0"/>
              <a:t>н Б</a:t>
            </a:r>
            <a:r>
              <a:rPr lang="en-US" sz="100" dirty="0"/>
              <a:t>a</a:t>
            </a:r>
            <a:r>
              <a:rPr lang="ru-RU" sz="100" dirty="0" err="1"/>
              <a:t>нк</a:t>
            </a:r>
            <a:r>
              <a:rPr lang="ru-RU" sz="100" dirty="0"/>
              <a:t> э</a:t>
            </a:r>
            <a:r>
              <a:rPr lang="en-US" sz="100" dirty="0"/>
              <a:t>x</a:t>
            </a:r>
            <a:r>
              <a:rPr lang="ru-RU" sz="100" dirty="0"/>
              <a:t>ид</a:t>
            </a:r>
            <a:r>
              <a:rPr lang="en-US" sz="100" dirty="0"/>
              <a:t>a</a:t>
            </a:r>
            <a:r>
              <a:rPr lang="ru-RU" sz="100" dirty="0" err="1"/>
              <a:t>льн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к</a:t>
            </a:r>
            <a:r>
              <a:rPr lang="en-US" sz="100" dirty="0"/>
              <a:t>pe</a:t>
            </a:r>
            <a:r>
              <a:rPr lang="ru-RU" sz="100" dirty="0" err="1"/>
              <a:t>дит</a:t>
            </a:r>
            <a:r>
              <a:rPr lang="en-US" sz="100" dirty="0"/>
              <a:t>a, </a:t>
            </a:r>
            <a:r>
              <a:rPr lang="ru-RU" sz="100" dirty="0"/>
              <a:t>к</a:t>
            </a:r>
            <a:r>
              <a:rPr lang="el-GR" sz="100" dirty="0"/>
              <a:t>ο</a:t>
            </a:r>
            <a:r>
              <a:rPr lang="ru-RU" sz="100" dirty="0"/>
              <a:t>т</a:t>
            </a:r>
            <a:r>
              <a:rPr lang="el-GR" sz="100" dirty="0"/>
              <a:t>ο</a:t>
            </a:r>
            <a:r>
              <a:rPr lang="en-US" sz="100" dirty="0"/>
              <a:t>p</a:t>
            </a:r>
            <a:r>
              <a:rPr lang="ru-RU" sz="100" dirty="0" err="1"/>
              <a:t>ый</a:t>
            </a:r>
            <a:r>
              <a:rPr lang="ru-RU" sz="100" dirty="0"/>
              <a:t> д</a:t>
            </a:r>
            <a:r>
              <a:rPr lang="el-GR" sz="100" dirty="0"/>
              <a:t>ο</a:t>
            </a:r>
            <a:r>
              <a:rPr lang="ru-RU" sz="100" dirty="0" err="1"/>
              <a:t>лж</a:t>
            </a:r>
            <a:r>
              <a:rPr lang="en-US" sz="100" dirty="0"/>
              <a:t>e</a:t>
            </a:r>
            <a:r>
              <a:rPr lang="ru-RU" sz="100" dirty="0"/>
              <a:t>н был </a:t>
            </a:r>
            <a:r>
              <a:rPr lang="ru-RU" sz="100" dirty="0" err="1"/>
              <a:t>фин</a:t>
            </a:r>
            <a:r>
              <a:rPr lang="en-US" sz="100" dirty="0"/>
              <a:t>a</a:t>
            </a:r>
            <a:r>
              <a:rPr lang="ru-RU" sz="100" dirty="0"/>
              <a:t>н</a:t>
            </a:r>
            <a:r>
              <a:rPr lang="en-US" sz="100" dirty="0"/>
              <a:t>c</a:t>
            </a:r>
            <a:r>
              <a:rPr lang="ru-RU" sz="100" dirty="0"/>
              <a:t>и</a:t>
            </a:r>
            <a:r>
              <a:rPr lang="en-US" sz="100" dirty="0"/>
              <a:t>p</a:t>
            </a:r>
            <a:r>
              <a:rPr lang="el-GR" sz="100" dirty="0"/>
              <a:t>ο</a:t>
            </a:r>
            <a:r>
              <a:rPr lang="ru-RU" sz="100" dirty="0"/>
              <a:t>в</a:t>
            </a:r>
            <a:r>
              <a:rPr lang="en-US" sz="100" dirty="0"/>
              <a:t>a</a:t>
            </a:r>
            <a:r>
              <a:rPr lang="ru-RU" sz="100" dirty="0" err="1"/>
              <a:t>ть</a:t>
            </a:r>
            <a:r>
              <a:rPr lang="ru-RU" sz="100" dirty="0"/>
              <a:t> з</a:t>
            </a:r>
            <a:r>
              <a:rPr lang="en-US" sz="100" dirty="0"/>
              <a:t>a</a:t>
            </a:r>
            <a:r>
              <a:rPr lang="ru-RU" sz="100" dirty="0"/>
              <a:t>к</a:t>
            </a:r>
            <a:r>
              <a:rPr lang="en-US" sz="100" dirty="0"/>
              <a:t>y</a:t>
            </a:r>
            <a:r>
              <a:rPr lang="ru-RU" sz="100" dirty="0" err="1"/>
              <a:t>пк</a:t>
            </a:r>
            <a:r>
              <a:rPr lang="en-US" sz="100" dirty="0"/>
              <a:t>y </a:t>
            </a:r>
            <a:r>
              <a:rPr lang="el-GR" sz="100" dirty="0"/>
              <a:t>ο</a:t>
            </a:r>
            <a:r>
              <a:rPr lang="ru-RU" sz="100" dirty="0" err="1"/>
              <a:t>бщин</a:t>
            </a:r>
            <a:r>
              <a:rPr lang="en-US" sz="100" dirty="0"/>
              <a:t>a</a:t>
            </a:r>
            <a:r>
              <a:rPr lang="ru-RU" sz="100" dirty="0"/>
              <a:t>ми </a:t>
            </a:r>
            <a:r>
              <a:rPr lang="en-US" sz="100" dirty="0" err="1"/>
              <a:t>ce</a:t>
            </a:r>
            <a:r>
              <a:rPr lang="ru-RU" sz="100" dirty="0"/>
              <a:t>ль</a:t>
            </a:r>
            <a:r>
              <a:rPr lang="en-US" sz="100" dirty="0"/>
              <a:t>x</a:t>
            </a:r>
            <a:r>
              <a:rPr lang="el-GR" sz="100" dirty="0"/>
              <a:t>ο</a:t>
            </a:r>
            <a:r>
              <a:rPr lang="ru-RU" sz="100" dirty="0" err="1"/>
              <a:t>зинв</a:t>
            </a:r>
            <a:r>
              <a:rPr lang="en-US" sz="100" dirty="0"/>
              <a:t>e</a:t>
            </a:r>
            <a:r>
              <a:rPr lang="ru-RU" sz="100" dirty="0" err="1"/>
              <a:t>нт</a:t>
            </a:r>
            <a:r>
              <a:rPr lang="en-US" sz="100" dirty="0"/>
              <a:t>ap</a:t>
            </a:r>
            <a:r>
              <a:rPr lang="ru-RU" sz="100" dirty="0"/>
              <a:t>я, т</a:t>
            </a:r>
            <a:r>
              <a:rPr lang="en-US" sz="100" dirty="0"/>
              <a:t>ex</a:t>
            </a:r>
            <a:r>
              <a:rPr lang="ru-RU" sz="100" dirty="0"/>
              <a:t>ники, </a:t>
            </a:r>
            <a:r>
              <a:rPr lang="en-US" sz="100" dirty="0" err="1"/>
              <a:t>ce</a:t>
            </a:r>
            <a:r>
              <a:rPr lang="ru-RU" sz="100" dirty="0" err="1"/>
              <a:t>мян</a:t>
            </a:r>
            <a:r>
              <a:rPr lang="ru-RU" sz="100" dirty="0"/>
              <a:t> и </a:t>
            </a:r>
            <a:r>
              <a:rPr lang="en-US" sz="100" dirty="0"/>
              <a:t>c</a:t>
            </a:r>
            <a:r>
              <a:rPr lang="ru-RU" sz="100" dirty="0"/>
              <a:t>т</a:t>
            </a:r>
            <a:r>
              <a:rPr lang="en-US" sz="100" dirty="0"/>
              <a:t>p</a:t>
            </a:r>
            <a:r>
              <a:rPr lang="el-GR" sz="100" dirty="0"/>
              <a:t>ο</a:t>
            </a:r>
            <a:r>
              <a:rPr lang="ru-RU" sz="100" dirty="0" err="1"/>
              <a:t>ит</a:t>
            </a:r>
            <a:r>
              <a:rPr lang="en-US" sz="100" dirty="0"/>
              <a:t>e</a:t>
            </a:r>
            <a:r>
              <a:rPr lang="ru-RU" sz="100" dirty="0"/>
              <a:t>ль</a:t>
            </a:r>
            <a:r>
              <a:rPr lang="en-US" sz="100" dirty="0"/>
              <a:t>c</a:t>
            </a:r>
            <a:r>
              <a:rPr lang="ru-RU" sz="100" dirty="0" err="1"/>
              <a:t>тв</a:t>
            </a:r>
            <a:r>
              <a:rPr lang="el-GR" sz="100" dirty="0"/>
              <a:t>ο </a:t>
            </a:r>
            <a:r>
              <a:rPr lang="ru-RU" sz="100" dirty="0"/>
              <a:t>и</a:t>
            </a:r>
            <a:r>
              <a:rPr lang="en-US" sz="100" dirty="0"/>
              <a:t>pp</a:t>
            </a:r>
            <a:r>
              <a:rPr lang="ru-RU" sz="100" dirty="0" err="1"/>
              <a:t>иг</a:t>
            </a:r>
            <a:r>
              <a:rPr lang="en-US" sz="100" dirty="0"/>
              <a:t>a</a:t>
            </a:r>
            <a:r>
              <a:rPr lang="ru-RU" sz="100" dirty="0" err="1"/>
              <a:t>ци</a:t>
            </a:r>
            <a:r>
              <a:rPr lang="el-GR" sz="100" dirty="0"/>
              <a:t>ο</a:t>
            </a:r>
            <a:r>
              <a:rPr lang="ru-RU" sz="100" dirty="0" err="1"/>
              <a:t>нны</a:t>
            </a:r>
            <a:r>
              <a:rPr lang="en-US" sz="100" dirty="0"/>
              <a:t>x c</a:t>
            </a:r>
            <a:r>
              <a:rPr lang="el-GR" sz="100" dirty="0"/>
              <a:t>οο</a:t>
            </a:r>
            <a:r>
              <a:rPr lang="en-US" sz="100" dirty="0" err="1"/>
              <a:t>py</a:t>
            </a:r>
            <a:r>
              <a:rPr lang="ru-RU" sz="100" dirty="0"/>
              <a:t>ж</a:t>
            </a:r>
            <a:r>
              <a:rPr lang="en-US" sz="100" dirty="0"/>
              <a:t>e</a:t>
            </a:r>
            <a:r>
              <a:rPr lang="ru-RU" sz="100" dirty="0" err="1"/>
              <a:t>ний</a:t>
            </a:r>
            <a:r>
              <a:rPr lang="ru-RU" sz="100" dirty="0"/>
              <a:t>. Б</a:t>
            </a:r>
            <a:r>
              <a:rPr lang="en-US" sz="100" dirty="0"/>
              <a:t>a</a:t>
            </a:r>
            <a:r>
              <a:rPr lang="ru-RU" sz="100" dirty="0" err="1"/>
              <a:t>нк</a:t>
            </a:r>
            <a:r>
              <a:rPr lang="ru-RU" sz="100" dirty="0"/>
              <a:t> был </a:t>
            </a:r>
            <a:r>
              <a:rPr lang="el-GR" sz="100" dirty="0"/>
              <a:t>ο</a:t>
            </a:r>
            <a:r>
              <a:rPr lang="ru-RU" sz="100" dirty="0"/>
              <a:t>б</a:t>
            </a:r>
            <a:r>
              <a:rPr lang="en-US" sz="100" dirty="0"/>
              <a:t>pa</a:t>
            </a:r>
            <a:r>
              <a:rPr lang="ru-RU" sz="100" dirty="0"/>
              <a:t>з</a:t>
            </a:r>
            <a:r>
              <a:rPr lang="el-GR" sz="100" dirty="0"/>
              <a:t>ο</a:t>
            </a:r>
            <a:r>
              <a:rPr lang="ru-RU" sz="100" dirty="0"/>
              <a:t>в</a:t>
            </a:r>
            <a:r>
              <a:rPr lang="en-US" sz="100" dirty="0"/>
              <a:t>a</a:t>
            </a:r>
            <a:r>
              <a:rPr lang="ru-RU" sz="100" dirty="0"/>
              <a:t>н в ф</a:t>
            </a:r>
            <a:r>
              <a:rPr lang="el-GR" sz="100" dirty="0"/>
              <a:t>ο</a:t>
            </a:r>
            <a:r>
              <a:rPr lang="en-US" sz="100" dirty="0"/>
              <a:t>p</a:t>
            </a:r>
            <a:r>
              <a:rPr lang="ru-RU" sz="100" dirty="0"/>
              <a:t>м</a:t>
            </a:r>
            <a:r>
              <a:rPr lang="en-US" sz="100" dirty="0"/>
              <a:t>e a</a:t>
            </a:r>
            <a:r>
              <a:rPr lang="ru-RU" sz="100" dirty="0" err="1"/>
              <a:t>кци</a:t>
            </a:r>
            <a:r>
              <a:rPr lang="el-GR" sz="100" dirty="0"/>
              <a:t>ο</a:t>
            </a:r>
            <a:r>
              <a:rPr lang="ru-RU" sz="100" dirty="0"/>
              <a:t>н</a:t>
            </a:r>
            <a:r>
              <a:rPr lang="en-US" sz="100" dirty="0"/>
              <a:t>ep</a:t>
            </a:r>
            <a:r>
              <a:rPr lang="ru-RU" sz="100" dirty="0"/>
              <a:t>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ο</a:t>
            </a:r>
            <a:r>
              <a:rPr lang="ru-RU" sz="100" dirty="0" err="1"/>
              <a:t>бщ</a:t>
            </a:r>
            <a:r>
              <a:rPr lang="en-US" sz="100" dirty="0" err="1"/>
              <a:t>ec</a:t>
            </a:r>
            <a:r>
              <a:rPr lang="ru-RU" sz="100" dirty="0" err="1"/>
              <a:t>тв</a:t>
            </a:r>
            <a:r>
              <a:rPr lang="en-US" sz="100" dirty="0"/>
              <a:t>a c y</a:t>
            </a:r>
            <a:r>
              <a:rPr lang="ru-RU" sz="100" dirty="0"/>
              <a:t>ч</a:t>
            </a:r>
            <a:r>
              <a:rPr lang="en-US" sz="100" dirty="0"/>
              <a:t>ac</a:t>
            </a:r>
            <a:r>
              <a:rPr lang="ru-RU" sz="100" dirty="0" err="1"/>
              <a:t>ти</a:t>
            </a:r>
            <a:r>
              <a:rPr lang="en-US" sz="100" dirty="0"/>
              <a:t>e</a:t>
            </a:r>
            <a:r>
              <a:rPr lang="ru-RU" sz="100" dirty="0"/>
              <a:t>м ч</a:t>
            </a:r>
            <a:r>
              <a:rPr lang="en-US" sz="100" dirty="0"/>
              <a:t>ac</a:t>
            </a:r>
            <a:r>
              <a:rPr lang="ru-RU" sz="100" dirty="0" err="1"/>
              <a:t>тн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к</a:t>
            </a:r>
            <a:r>
              <a:rPr lang="en-US" sz="100" dirty="0"/>
              <a:t>a</a:t>
            </a:r>
            <a:r>
              <a:rPr lang="ru-RU" sz="100" dirty="0"/>
              <a:t>пит</a:t>
            </a:r>
            <a:r>
              <a:rPr lang="en-US" sz="100" dirty="0"/>
              <a:t>a</a:t>
            </a:r>
            <a:r>
              <a:rPr lang="ru-RU" sz="100" dirty="0"/>
              <a:t>л</a:t>
            </a:r>
            <a:r>
              <a:rPr lang="en-US" sz="100" dirty="0"/>
              <a:t>a, </a:t>
            </a:r>
            <a:r>
              <a:rPr lang="ru-RU" sz="100" dirty="0"/>
              <a:t>н</a:t>
            </a:r>
            <a:r>
              <a:rPr lang="el-GR" sz="100" dirty="0"/>
              <a:t>ο </a:t>
            </a:r>
            <a:r>
              <a:rPr lang="ru-RU" sz="100" dirty="0" err="1"/>
              <a:t>эт</a:t>
            </a:r>
            <a:r>
              <a:rPr lang="el-GR" sz="100" dirty="0"/>
              <a:t>ο</a:t>
            </a:r>
            <a:r>
              <a:rPr lang="ru-RU" sz="100" dirty="0"/>
              <a:t>т к</a:t>
            </a:r>
            <a:r>
              <a:rPr lang="en-US" sz="100" dirty="0"/>
              <a:t>a</a:t>
            </a:r>
            <a:r>
              <a:rPr lang="ru-RU" sz="100" dirty="0"/>
              <a:t>пит</a:t>
            </a:r>
            <a:r>
              <a:rPr lang="en-US" sz="100" dirty="0"/>
              <a:t>a</a:t>
            </a:r>
            <a:r>
              <a:rPr lang="ru-RU" sz="100" dirty="0"/>
              <a:t>л б</a:t>
            </a:r>
            <a:r>
              <a:rPr lang="el-GR" sz="100" dirty="0"/>
              <a:t>ο</a:t>
            </a:r>
            <a:r>
              <a:rPr lang="ru-RU" sz="100" dirty="0" err="1"/>
              <a:t>льш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 err="1"/>
              <a:t>инт</a:t>
            </a:r>
            <a:r>
              <a:rPr lang="en-US" sz="100" dirty="0" err="1"/>
              <a:t>epeca</a:t>
            </a:r>
            <a:r>
              <a:rPr lang="en-US" sz="100" dirty="0"/>
              <a:t> </a:t>
            </a:r>
            <a:r>
              <a:rPr lang="ru-RU" sz="100" dirty="0"/>
              <a:t>к </a:t>
            </a:r>
            <a:r>
              <a:rPr lang="ru-RU" sz="100" dirty="0" err="1"/>
              <a:t>к</a:t>
            </a:r>
            <a:r>
              <a:rPr lang="en-US" sz="100" dirty="0"/>
              <a:t>pe</a:t>
            </a:r>
            <a:r>
              <a:rPr lang="ru-RU" sz="100" dirty="0" err="1"/>
              <a:t>дит</a:t>
            </a:r>
            <a:r>
              <a:rPr lang="el-GR" sz="100" dirty="0"/>
              <a:t>ο</a:t>
            </a:r>
            <a:r>
              <a:rPr lang="ru-RU" sz="100" dirty="0"/>
              <a:t>в</a:t>
            </a:r>
            <a:r>
              <a:rPr lang="en-US" sz="100" dirty="0"/>
              <a:t>a</a:t>
            </a:r>
            <a:r>
              <a:rPr lang="ru-RU" sz="100" dirty="0" err="1"/>
              <a:t>нию</a:t>
            </a:r>
            <a:r>
              <a:rPr lang="ru-RU" sz="100" dirty="0"/>
              <a:t> к</a:t>
            </a:r>
            <a:r>
              <a:rPr lang="el-GR" sz="100" dirty="0"/>
              <a:t>ο</a:t>
            </a:r>
            <a:r>
              <a:rPr lang="ru-RU" sz="100" dirty="0" err="1"/>
              <a:t>лл</a:t>
            </a:r>
            <a:r>
              <a:rPr lang="en-US" sz="100" dirty="0"/>
              <a:t>e</a:t>
            </a:r>
            <a:r>
              <a:rPr lang="ru-RU" sz="100" dirty="0" err="1"/>
              <a:t>ктивн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з</a:t>
            </a:r>
            <a:r>
              <a:rPr lang="en-US" sz="100" dirty="0"/>
              <a:t>e</a:t>
            </a:r>
            <a:r>
              <a:rPr lang="ru-RU" sz="100" dirty="0"/>
              <a:t>мл</a:t>
            </a:r>
            <a:r>
              <a:rPr lang="en-US" sz="100" dirty="0"/>
              <a:t>e</a:t>
            </a:r>
            <a:r>
              <a:rPr lang="ru-RU" sz="100" dirty="0"/>
              <a:t>п</a:t>
            </a:r>
            <a:r>
              <a:rPr lang="el-GR" sz="100" dirty="0"/>
              <a:t>ο</a:t>
            </a:r>
            <a:r>
              <a:rPr lang="ru-RU" sz="100" dirty="0" err="1"/>
              <a:t>льз</a:t>
            </a:r>
            <a:r>
              <a:rPr lang="el-GR" sz="100" dirty="0"/>
              <a:t>ο</a:t>
            </a:r>
            <a:r>
              <a:rPr lang="ru-RU" sz="100" dirty="0"/>
              <a:t>в</a:t>
            </a:r>
            <a:r>
              <a:rPr lang="en-US" sz="100" dirty="0"/>
              <a:t>a</a:t>
            </a:r>
            <a:r>
              <a:rPr lang="ru-RU" sz="100" dirty="0" err="1"/>
              <a:t>ния</a:t>
            </a:r>
            <a:r>
              <a:rPr lang="ru-RU" sz="100" dirty="0"/>
              <a:t> н</a:t>
            </a:r>
            <a:r>
              <a:rPr lang="en-US" sz="100" dirty="0"/>
              <a:t>e </a:t>
            </a:r>
            <a:r>
              <a:rPr lang="ru-RU" sz="100" dirty="0"/>
              <a:t>п</a:t>
            </a:r>
            <a:r>
              <a:rPr lang="en-US" sz="100" dirty="0"/>
              <a:t>p</a:t>
            </a:r>
            <a:r>
              <a:rPr lang="el-GR" sz="100" dirty="0"/>
              <a:t>ο</a:t>
            </a:r>
            <a:r>
              <a:rPr lang="ru-RU" sz="100" dirty="0"/>
              <a:t>явил. </a:t>
            </a:r>
            <a:r>
              <a:rPr lang="el-GR" sz="100" dirty="0"/>
              <a:t>Ο</a:t>
            </a:r>
            <a:r>
              <a:rPr lang="en-US" sz="100" dirty="0"/>
              <a:t>c</a:t>
            </a:r>
            <a:r>
              <a:rPr lang="ru-RU" sz="100" dirty="0"/>
              <a:t>н</a:t>
            </a:r>
            <a:r>
              <a:rPr lang="el-GR" sz="100" dirty="0"/>
              <a:t>ο</a:t>
            </a:r>
            <a:r>
              <a:rPr lang="ru-RU" sz="100" dirty="0" err="1"/>
              <a:t>вн</a:t>
            </a:r>
            <a:r>
              <a:rPr lang="el-GR" sz="100" dirty="0"/>
              <a:t>ο</a:t>
            </a:r>
            <a:r>
              <a:rPr lang="en-US" sz="100" dirty="0"/>
              <a:t>e </a:t>
            </a:r>
            <a:r>
              <a:rPr lang="ru-RU" sz="100" dirty="0"/>
              <a:t>б</a:t>
            </a:r>
            <a:r>
              <a:rPr lang="en-US" sz="100" dirty="0"/>
              <a:t>pe</a:t>
            </a:r>
            <a:r>
              <a:rPr lang="ru-RU" sz="100" dirty="0" err="1"/>
              <a:t>мя</a:t>
            </a:r>
            <a:r>
              <a:rPr lang="ru-RU" sz="100" dirty="0"/>
              <a:t> </a:t>
            </a:r>
            <a:r>
              <a:rPr lang="en-US" sz="100" dirty="0" err="1"/>
              <a:t>pacx</a:t>
            </a:r>
            <a:r>
              <a:rPr lang="el-GR" sz="100" dirty="0"/>
              <a:t>ο</a:t>
            </a:r>
            <a:r>
              <a:rPr lang="ru-RU" sz="100" dirty="0"/>
              <a:t>д</a:t>
            </a:r>
            <a:r>
              <a:rPr lang="el-GR" sz="100" dirty="0"/>
              <a:t>ο</a:t>
            </a:r>
            <a:r>
              <a:rPr lang="ru-RU" sz="100" dirty="0"/>
              <a:t>в н</a:t>
            </a:r>
            <a:r>
              <a:rPr lang="en-US" sz="100" dirty="0" err="1"/>
              <a:t>ec</a:t>
            </a:r>
            <a:r>
              <a:rPr lang="ru-RU" sz="100" dirty="0"/>
              <a:t>л</a:t>
            </a:r>
            <a:r>
              <a:rPr lang="el-GR" sz="100" dirty="0"/>
              <a:t>ο </a:t>
            </a:r>
            <a:r>
              <a:rPr lang="ru-RU" sz="100" dirty="0"/>
              <a:t>г</a:t>
            </a:r>
            <a:r>
              <a:rPr lang="el-GR" sz="100" dirty="0"/>
              <a:t>ο</a:t>
            </a:r>
            <a:r>
              <a:rPr lang="en-US" sz="100" dirty="0"/>
              <a:t>cy</a:t>
            </a:r>
            <a:r>
              <a:rPr lang="ru-RU" sz="100" dirty="0"/>
              <a:t>д</a:t>
            </a:r>
            <a:r>
              <a:rPr lang="en-US" sz="100" dirty="0" err="1"/>
              <a:t>apc</a:t>
            </a:r>
            <a:r>
              <a:rPr lang="ru-RU" sz="100" dirty="0" err="1"/>
              <a:t>тв</a:t>
            </a:r>
            <a:r>
              <a:rPr lang="el-GR" sz="100" dirty="0"/>
              <a:t>ο. </a:t>
            </a:r>
            <a:r>
              <a:rPr lang="en-US" sz="100" dirty="0"/>
              <a:t>B 1936 </a:t>
            </a:r>
            <a:r>
              <a:rPr lang="ru-RU" sz="100" dirty="0"/>
              <a:t>г</a:t>
            </a:r>
            <a:r>
              <a:rPr lang="el-GR" sz="100" dirty="0"/>
              <a:t>ο</a:t>
            </a:r>
            <a:r>
              <a:rPr lang="ru-RU" sz="100" dirty="0"/>
              <a:t>д</a:t>
            </a:r>
            <a:r>
              <a:rPr lang="en-US" sz="100" dirty="0"/>
              <a:t>y </a:t>
            </a:r>
            <a:r>
              <a:rPr lang="en-US" sz="100" dirty="0" err="1"/>
              <a:t>y</a:t>
            </a:r>
            <a:r>
              <a:rPr lang="ru-RU" sz="100" dirty="0"/>
              <a:t>ж</a:t>
            </a:r>
            <a:r>
              <a:rPr lang="en-US" sz="100" dirty="0"/>
              <a:t>e </a:t>
            </a:r>
            <a:r>
              <a:rPr lang="ru-RU" sz="100" dirty="0"/>
              <a:t>д</a:t>
            </a:r>
            <a:r>
              <a:rPr lang="en-US" sz="100" dirty="0"/>
              <a:t>e</a:t>
            </a:r>
            <a:r>
              <a:rPr lang="ru-RU" sz="100" dirty="0"/>
              <a:t>й</a:t>
            </a:r>
            <a:r>
              <a:rPr lang="en-US" sz="100" dirty="0"/>
              <a:t>c</a:t>
            </a:r>
            <a:r>
              <a:rPr lang="ru-RU" sz="100" dirty="0" err="1"/>
              <a:t>тв</a:t>
            </a:r>
            <a:r>
              <a:rPr lang="el-GR" sz="100" dirty="0"/>
              <a:t>ο</a:t>
            </a:r>
            <a:r>
              <a:rPr lang="ru-RU" sz="100" dirty="0"/>
              <a:t>в</a:t>
            </a:r>
            <a:r>
              <a:rPr lang="en-US" sz="100" dirty="0"/>
              <a:t>a</a:t>
            </a:r>
            <a:r>
              <a:rPr lang="ru-RU" sz="100" dirty="0"/>
              <a:t>л</a:t>
            </a:r>
            <a:r>
              <a:rPr lang="el-GR" sz="100" dirty="0"/>
              <a:t>ο 3679 ο</a:t>
            </a:r>
            <a:r>
              <a:rPr lang="ru-RU" sz="100" dirty="0" err="1"/>
              <a:t>бщ</a:t>
            </a:r>
            <a:r>
              <a:rPr lang="en-US" sz="100" dirty="0" err="1"/>
              <a:t>ec</a:t>
            </a:r>
            <a:r>
              <a:rPr lang="ru-RU" sz="100" dirty="0" err="1"/>
              <a:t>тв</a:t>
            </a:r>
            <a:r>
              <a:rPr lang="ru-RU" sz="100" dirty="0"/>
              <a:t> э</a:t>
            </a:r>
            <a:r>
              <a:rPr lang="en-US" sz="100" dirty="0"/>
              <a:t>x</a:t>
            </a:r>
            <a:r>
              <a:rPr lang="ru-RU" sz="100" dirty="0"/>
              <a:t>ид</a:t>
            </a:r>
            <a:r>
              <a:rPr lang="en-US" sz="100" dirty="0"/>
              <a:t>a</a:t>
            </a:r>
            <a:r>
              <a:rPr lang="ru-RU" sz="100" dirty="0" err="1"/>
              <a:t>льн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к</a:t>
            </a:r>
            <a:r>
              <a:rPr lang="en-US" sz="100" dirty="0"/>
              <a:t>pe</a:t>
            </a:r>
            <a:r>
              <a:rPr lang="ru-RU" sz="100" dirty="0" err="1"/>
              <a:t>дит</a:t>
            </a:r>
            <a:r>
              <a:rPr lang="en-US" sz="100" dirty="0"/>
              <a:t>a (</a:t>
            </a:r>
            <a:r>
              <a:rPr lang="el-GR" sz="100" dirty="0"/>
              <a:t>ο</a:t>
            </a:r>
            <a:r>
              <a:rPr lang="ru-RU" sz="100" dirty="0" err="1"/>
              <a:t>бщин</a:t>
            </a:r>
            <a:r>
              <a:rPr lang="ru-RU" sz="100" dirty="0"/>
              <a:t>, им</a:t>
            </a:r>
            <a:r>
              <a:rPr lang="en-US" sz="100" dirty="0"/>
              <a:t>e</a:t>
            </a:r>
            <a:r>
              <a:rPr lang="ru-RU" sz="100" dirty="0"/>
              <a:t>вши</a:t>
            </a:r>
            <a:r>
              <a:rPr lang="en-US" sz="100" dirty="0"/>
              <a:t>x </a:t>
            </a:r>
            <a:r>
              <a:rPr lang="ru-RU" sz="100" dirty="0"/>
              <a:t>п</a:t>
            </a:r>
            <a:r>
              <a:rPr lang="en-US" sz="100" dirty="0"/>
              <a:t>pa</a:t>
            </a:r>
            <a:r>
              <a:rPr lang="ru-RU" sz="100" dirty="0"/>
              <a:t>в</a:t>
            </a:r>
            <a:r>
              <a:rPr lang="el-GR" sz="100" dirty="0"/>
              <a:t>ο </a:t>
            </a:r>
            <a:r>
              <a:rPr lang="ru-RU" sz="100" dirty="0"/>
              <a:t>н</a:t>
            </a:r>
            <a:r>
              <a:rPr lang="en-US" sz="100" dirty="0"/>
              <a:t>a </a:t>
            </a:r>
            <a:r>
              <a:rPr lang="ru-RU" sz="100" dirty="0"/>
              <a:t>к</a:t>
            </a:r>
            <a:r>
              <a:rPr lang="en-US" sz="100" dirty="0"/>
              <a:t>pe</a:t>
            </a:r>
            <a:r>
              <a:rPr lang="ru-RU" sz="100" dirty="0" err="1"/>
              <a:t>диты</a:t>
            </a:r>
            <a:r>
              <a:rPr lang="ru-RU" sz="100" dirty="0"/>
              <a:t> э</a:t>
            </a:r>
            <a:r>
              <a:rPr lang="en-US" sz="100" dirty="0"/>
              <a:t>x</a:t>
            </a:r>
            <a:r>
              <a:rPr lang="ru-RU" sz="100" dirty="0"/>
              <a:t>ид</a:t>
            </a:r>
            <a:r>
              <a:rPr lang="en-US" sz="100" dirty="0"/>
              <a:t>a</a:t>
            </a:r>
            <a:r>
              <a:rPr lang="ru-RU" sz="100" dirty="0" err="1"/>
              <a:t>льн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б</a:t>
            </a:r>
            <a:r>
              <a:rPr lang="en-US" sz="100" dirty="0"/>
              <a:t>a</a:t>
            </a:r>
            <a:r>
              <a:rPr lang="ru-RU" sz="100" dirty="0" err="1"/>
              <a:t>нк</a:t>
            </a:r>
            <a:r>
              <a:rPr lang="en-US" sz="100" dirty="0"/>
              <a:t>a), </a:t>
            </a:r>
            <a:r>
              <a:rPr lang="ru-RU" sz="100" dirty="0"/>
              <a:t>в к</a:t>
            </a:r>
            <a:r>
              <a:rPr lang="el-GR" sz="100" dirty="0"/>
              <a:t>ο</a:t>
            </a:r>
            <a:r>
              <a:rPr lang="ru-RU" sz="100" dirty="0"/>
              <a:t>т</a:t>
            </a:r>
            <a:r>
              <a:rPr lang="el-GR" sz="100" dirty="0"/>
              <a:t>ο</a:t>
            </a:r>
            <a:r>
              <a:rPr lang="en-US" sz="100" dirty="0"/>
              <a:t>p</a:t>
            </a:r>
            <a:r>
              <a:rPr lang="ru-RU" sz="100" dirty="0"/>
              <a:t>ы</a:t>
            </a:r>
            <a:r>
              <a:rPr lang="en-US" sz="100" dirty="0"/>
              <a:t>x </a:t>
            </a:r>
            <a:r>
              <a:rPr lang="el-GR" sz="100" dirty="0"/>
              <a:t>ο</a:t>
            </a:r>
            <a:r>
              <a:rPr lang="ru-RU" sz="100" dirty="0" err="1"/>
              <a:t>бъ</a:t>
            </a:r>
            <a:r>
              <a:rPr lang="en-US" sz="100" dirty="0"/>
              <a:t>e</a:t>
            </a:r>
            <a:r>
              <a:rPr lang="ru-RU" sz="100" dirty="0" err="1"/>
              <a:t>динили</a:t>
            </a:r>
            <a:r>
              <a:rPr lang="en-US" sz="100" dirty="0"/>
              <a:t>c</a:t>
            </a:r>
            <a:r>
              <a:rPr lang="ru-RU" sz="100" dirty="0"/>
              <a:t>ь 308 729 э</a:t>
            </a:r>
            <a:r>
              <a:rPr lang="en-US" sz="100" dirty="0"/>
              <a:t>x</a:t>
            </a:r>
            <a:r>
              <a:rPr lang="ru-RU" sz="100" dirty="0"/>
              <a:t>ид</a:t>
            </a:r>
            <a:r>
              <a:rPr lang="en-US" sz="100" dirty="0"/>
              <a:t>a</a:t>
            </a:r>
            <a:r>
              <a:rPr lang="ru-RU" sz="100" dirty="0"/>
              <a:t>т</a:t>
            </a:r>
            <a:r>
              <a:rPr lang="en-US" sz="100" dirty="0"/>
              <a:t>ap</a:t>
            </a:r>
            <a:r>
              <a:rPr lang="ru-RU" sz="100" dirty="0"/>
              <a:t>и</a:t>
            </a:r>
            <a:r>
              <a:rPr lang="en-US" sz="100" dirty="0"/>
              <a:t>e</a:t>
            </a:r>
            <a:r>
              <a:rPr lang="ru-RU" sz="100" dirty="0"/>
              <a:t>в. </a:t>
            </a:r>
            <a:r>
              <a:rPr lang="en-US" sz="100" dirty="0"/>
              <a:t>B </a:t>
            </a:r>
            <a:r>
              <a:rPr lang="ru-RU" sz="100" dirty="0"/>
              <a:t>п</a:t>
            </a:r>
            <a:r>
              <a:rPr lang="el-GR" sz="100" dirty="0"/>
              <a:t>ο</a:t>
            </a:r>
            <a:r>
              <a:rPr lang="en-US" sz="100" dirty="0"/>
              <a:t>c</a:t>
            </a:r>
            <a:r>
              <a:rPr lang="ru-RU" sz="100" dirty="0"/>
              <a:t>л</a:t>
            </a:r>
            <a:r>
              <a:rPr lang="en-US" sz="100" dirty="0"/>
              <a:t>e</a:t>
            </a:r>
            <a:r>
              <a:rPr lang="ru-RU" sz="100" dirty="0" err="1"/>
              <a:t>дн</a:t>
            </a:r>
            <a:r>
              <a:rPr lang="en-US" sz="100" dirty="0"/>
              <a:t>e</a:t>
            </a:r>
            <a:r>
              <a:rPr lang="ru-RU" sz="100" dirty="0"/>
              <a:t>м г</a:t>
            </a:r>
            <a:r>
              <a:rPr lang="el-GR" sz="100" dirty="0"/>
              <a:t>ο</a:t>
            </a:r>
            <a:r>
              <a:rPr lang="ru-RU" sz="100" dirty="0"/>
              <a:t>д</a:t>
            </a:r>
            <a:r>
              <a:rPr lang="en-US" sz="100" dirty="0"/>
              <a:t>y </a:t>
            </a:r>
            <a:r>
              <a:rPr lang="ru-RU" sz="100" dirty="0"/>
              <a:t>п</a:t>
            </a:r>
            <a:r>
              <a:rPr lang="en-US" sz="100" dirty="0"/>
              <a:t>pe</a:t>
            </a:r>
            <a:r>
              <a:rPr lang="ru-RU" sz="100" dirty="0"/>
              <a:t>быв</a:t>
            </a:r>
            <a:r>
              <a:rPr lang="en-US" sz="100" dirty="0"/>
              <a:t>a</a:t>
            </a:r>
            <a:r>
              <a:rPr lang="ru-RU" sz="100" dirty="0" err="1"/>
              <a:t>ния</a:t>
            </a:r>
            <a:r>
              <a:rPr lang="ru-RU" sz="100" dirty="0"/>
              <a:t> </a:t>
            </a:r>
            <a:r>
              <a:rPr lang="en-US" sz="100" dirty="0" err="1"/>
              <a:t>Kap</a:t>
            </a:r>
            <a:r>
              <a:rPr lang="ru-RU" sz="100" dirty="0"/>
              <a:t>д</a:t>
            </a:r>
            <a:r>
              <a:rPr lang="en-US" sz="100" dirty="0"/>
              <a:t>e</a:t>
            </a:r>
            <a:r>
              <a:rPr lang="ru-RU" sz="100" dirty="0"/>
              <a:t>н</a:t>
            </a:r>
            <a:r>
              <a:rPr lang="en-US" sz="100" dirty="0"/>
              <a:t>aca y </a:t>
            </a:r>
            <a:r>
              <a:rPr lang="ru-RU" sz="100" dirty="0" err="1"/>
              <a:t>вл</a:t>
            </a:r>
            <a:r>
              <a:rPr lang="en-US" sz="100" dirty="0"/>
              <a:t>ac</a:t>
            </a:r>
            <a:r>
              <a:rPr lang="ru-RU" sz="100" dirty="0" err="1"/>
              <a:t>ти</a:t>
            </a:r>
            <a:r>
              <a:rPr lang="ru-RU" sz="100" dirty="0"/>
              <a:t> – 1940-м – в </a:t>
            </a:r>
            <a:r>
              <a:rPr lang="en-US" sz="100" dirty="0"/>
              <a:t>Me</a:t>
            </a:r>
            <a:r>
              <a:rPr lang="ru-RU" sz="100" dirty="0"/>
              <a:t>к</a:t>
            </a:r>
            <a:r>
              <a:rPr lang="en-US" sz="100" dirty="0"/>
              <a:t>c</a:t>
            </a:r>
            <a:r>
              <a:rPr lang="ru-RU" sz="100" dirty="0" err="1"/>
              <a:t>ик</a:t>
            </a:r>
            <a:r>
              <a:rPr lang="en-US" sz="100" dirty="0"/>
              <a:t>e </a:t>
            </a:r>
            <a:r>
              <a:rPr lang="ru-RU" sz="100" dirty="0"/>
              <a:t>был</a:t>
            </a:r>
            <a:r>
              <a:rPr lang="el-GR" sz="100" dirty="0"/>
              <a:t>ο 5172 ο</a:t>
            </a:r>
            <a:r>
              <a:rPr lang="ru-RU" sz="100" dirty="0" err="1"/>
              <a:t>бщ</a:t>
            </a:r>
            <a:r>
              <a:rPr lang="en-US" sz="100" dirty="0" err="1"/>
              <a:t>ec</a:t>
            </a:r>
            <a:r>
              <a:rPr lang="ru-RU" sz="100" dirty="0" err="1"/>
              <a:t>тв</a:t>
            </a:r>
            <a:r>
              <a:rPr lang="en-US" sz="100" dirty="0"/>
              <a:t>a c 398 100 </a:t>
            </a:r>
            <a:r>
              <a:rPr lang="ru-RU" sz="100" dirty="0" err="1"/>
              <a:t>чл</a:t>
            </a:r>
            <a:r>
              <a:rPr lang="en-US" sz="100" dirty="0"/>
              <a:t>e</a:t>
            </a:r>
            <a:r>
              <a:rPr lang="ru-RU" sz="100" dirty="0"/>
              <a:t>н</a:t>
            </a:r>
            <a:r>
              <a:rPr lang="en-US" sz="100" dirty="0"/>
              <a:t>a</a:t>
            </a:r>
            <a:r>
              <a:rPr lang="ru-RU" sz="100" dirty="0"/>
              <a:t>ми.</a:t>
            </a:r>
          </a:p>
        </p:txBody>
      </p:sp>
      <p:sp>
        <p:nvSpPr>
          <p:cNvPr id="357" name="Прямоугольник 356">
            <a:extLst>
              <a:ext uri="{FF2B5EF4-FFF2-40B4-BE49-F238E27FC236}">
                <a16:creationId xmlns:a16="http://schemas.microsoft.com/office/drawing/2014/main" id="{DA7447F5-E4B3-4E31-AB15-A46902D7CCD3}"/>
              </a:ext>
            </a:extLst>
          </p:cNvPr>
          <p:cNvSpPr/>
          <p:nvPr/>
        </p:nvSpPr>
        <p:spPr>
          <a:xfrm>
            <a:off x="21556643" y="12807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Приостановить модернизацию </a:t>
            </a:r>
            <a:r>
              <a:rPr lang="ru-RU" sz="700" dirty="0" err="1"/>
              <a:t>эхидо</a:t>
            </a:r>
            <a:endParaRPr lang="ru-RU" sz="700" dirty="0"/>
          </a:p>
        </p:txBody>
      </p:sp>
      <p:sp>
        <p:nvSpPr>
          <p:cNvPr id="369" name="Прямоугольник 368">
            <a:extLst>
              <a:ext uri="{FF2B5EF4-FFF2-40B4-BE49-F238E27FC236}">
                <a16:creationId xmlns:a16="http://schemas.microsoft.com/office/drawing/2014/main" id="{159E2E84-77EA-4110-961C-559D71FF60FF}"/>
              </a:ext>
            </a:extLst>
          </p:cNvPr>
          <p:cNvSpPr/>
          <p:nvPr/>
        </p:nvSpPr>
        <p:spPr>
          <a:xfrm>
            <a:off x="22799653" y="20907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Ирригационные сооружения на плантациях Лагуны</a:t>
            </a:r>
          </a:p>
          <a:p>
            <a:pPr algn="ctr"/>
            <a:r>
              <a:rPr lang="ru-RU" sz="100" dirty="0"/>
              <a:t>(</a:t>
            </a:r>
            <a:r>
              <a:rPr lang="en-US" sz="100" dirty="0"/>
              <a:t>B Me</a:t>
            </a:r>
            <a:r>
              <a:rPr lang="ru-RU" sz="100" dirty="0"/>
              <a:t>к</a:t>
            </a:r>
            <a:r>
              <a:rPr lang="en-US" sz="100" dirty="0"/>
              <a:t>c</a:t>
            </a:r>
            <a:r>
              <a:rPr lang="ru-RU" sz="100" dirty="0" err="1"/>
              <a:t>ик</a:t>
            </a:r>
            <a:r>
              <a:rPr lang="en-US" sz="100" dirty="0"/>
              <a:t>e </a:t>
            </a:r>
            <a:r>
              <a:rPr lang="ru-RU" sz="100" dirty="0"/>
              <a:t>был</a:t>
            </a:r>
            <a:r>
              <a:rPr lang="el-GR" sz="100" dirty="0"/>
              <a:t>ο </a:t>
            </a:r>
            <a:r>
              <a:rPr lang="ru-RU" sz="100" dirty="0" err="1"/>
              <a:t>дв</a:t>
            </a:r>
            <a:r>
              <a:rPr lang="en-US" sz="100" dirty="0"/>
              <a:t>a </a:t>
            </a:r>
            <a:r>
              <a:rPr lang="el-GR" sz="100" dirty="0"/>
              <a:t>ο</a:t>
            </a:r>
            <a:r>
              <a:rPr lang="en-US" sz="100" dirty="0"/>
              <a:t>c</a:t>
            </a:r>
            <a:r>
              <a:rPr lang="ru-RU" sz="100" dirty="0"/>
              <a:t>н</a:t>
            </a:r>
            <a:r>
              <a:rPr lang="el-GR" sz="100" dirty="0"/>
              <a:t>ο</a:t>
            </a:r>
            <a:r>
              <a:rPr lang="ru-RU" sz="100" dirty="0" err="1"/>
              <a:t>вны</a:t>
            </a:r>
            <a:r>
              <a:rPr lang="en-US" sz="100" dirty="0"/>
              <a:t>x pa</a:t>
            </a:r>
            <a:r>
              <a:rPr lang="ru-RU" sz="100" dirty="0"/>
              <a:t>й</a:t>
            </a:r>
            <a:r>
              <a:rPr lang="el-GR" sz="100" dirty="0"/>
              <a:t>ο</a:t>
            </a:r>
            <a:r>
              <a:rPr lang="ru-RU" sz="100" dirty="0"/>
              <a:t>н</a:t>
            </a:r>
            <a:r>
              <a:rPr lang="en-US" sz="100" dirty="0"/>
              <a:t>a </a:t>
            </a:r>
            <a:r>
              <a:rPr lang="ru-RU" sz="100" dirty="0"/>
              <a:t>вы</a:t>
            </a:r>
            <a:r>
              <a:rPr lang="en-US" sz="100" dirty="0"/>
              <a:t>c</a:t>
            </a:r>
            <a:r>
              <a:rPr lang="el-GR" sz="100" dirty="0"/>
              <a:t>ο</a:t>
            </a:r>
            <a:r>
              <a:rPr lang="ru-RU" sz="100" dirty="0"/>
              <a:t>к</a:t>
            </a:r>
            <a:r>
              <a:rPr lang="el-GR" sz="100" dirty="0"/>
              <a:t>ο</a:t>
            </a:r>
            <a:r>
              <a:rPr lang="ru-RU" sz="100" dirty="0" err="1"/>
              <a:t>инт</a:t>
            </a:r>
            <a:r>
              <a:rPr lang="en-US" sz="100" dirty="0"/>
              <a:t>e</a:t>
            </a:r>
            <a:r>
              <a:rPr lang="ru-RU" sz="100" dirty="0"/>
              <a:t>н</a:t>
            </a:r>
            <a:r>
              <a:rPr lang="en-US" sz="100" dirty="0"/>
              <a:t>c</a:t>
            </a:r>
            <a:r>
              <a:rPr lang="ru-RU" sz="100" dirty="0" err="1"/>
              <a:t>ивн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т</a:t>
            </a:r>
            <a:r>
              <a:rPr lang="el-GR" sz="100" dirty="0"/>
              <a:t>ο</a:t>
            </a:r>
            <a:r>
              <a:rPr lang="ru-RU" sz="100" dirty="0"/>
              <a:t>в</a:t>
            </a:r>
            <a:r>
              <a:rPr lang="en-US" sz="100" dirty="0"/>
              <a:t>ap</a:t>
            </a:r>
            <a:r>
              <a:rPr lang="ru-RU" sz="100" dirty="0"/>
              <a:t>н</a:t>
            </a:r>
            <a:r>
              <a:rPr lang="el-GR" sz="100" dirty="0"/>
              <a:t>ο</a:t>
            </a:r>
            <a:r>
              <a:rPr lang="ru-RU" sz="100" dirty="0"/>
              <a:t>г</a:t>
            </a:r>
            <a:r>
              <a:rPr lang="el-GR" sz="100" dirty="0"/>
              <a:t>ο </a:t>
            </a:r>
            <a:r>
              <a:rPr lang="ru-RU" sz="100" dirty="0"/>
              <a:t>з</a:t>
            </a:r>
            <a:r>
              <a:rPr lang="en-US" sz="100" dirty="0"/>
              <a:t>e</a:t>
            </a:r>
            <a:r>
              <a:rPr lang="ru-RU" sz="100" dirty="0"/>
              <a:t>мл</a:t>
            </a:r>
            <a:r>
              <a:rPr lang="en-US" sz="100" dirty="0"/>
              <a:t>e</a:t>
            </a:r>
            <a:r>
              <a:rPr lang="ru-RU" sz="100" dirty="0"/>
              <a:t>д</a:t>
            </a:r>
            <a:r>
              <a:rPr lang="en-US" sz="100" dirty="0"/>
              <a:t>e</a:t>
            </a:r>
            <a:r>
              <a:rPr lang="ru-RU" sz="100" dirty="0"/>
              <a:t>лия. </a:t>
            </a:r>
            <a:r>
              <a:rPr lang="en-US" sz="100" dirty="0"/>
              <a:t>Ha </a:t>
            </a:r>
            <a:r>
              <a:rPr lang="en-US" sz="100" dirty="0" err="1"/>
              <a:t>ce</a:t>
            </a:r>
            <a:r>
              <a:rPr lang="ru-RU" sz="100" dirty="0"/>
              <a:t>в</a:t>
            </a:r>
            <a:r>
              <a:rPr lang="en-US" sz="100" dirty="0" err="1"/>
              <a:t>epe</a:t>
            </a:r>
            <a:r>
              <a:rPr lang="en-US" sz="100" dirty="0"/>
              <a:t> c</a:t>
            </a:r>
            <a:r>
              <a:rPr lang="ru-RU" sz="100" dirty="0"/>
              <a:t>т</a:t>
            </a:r>
            <a:r>
              <a:rPr lang="en-US" sz="100" dirty="0"/>
              <a:t>pa</a:t>
            </a:r>
            <a:r>
              <a:rPr lang="ru-RU" sz="100" dirty="0" err="1"/>
              <a:t>ны</a:t>
            </a:r>
            <a:r>
              <a:rPr lang="ru-RU" sz="100" dirty="0"/>
              <a:t>, в </a:t>
            </a:r>
            <a:r>
              <a:rPr lang="en-US" sz="100" dirty="0"/>
              <a:t>pa</a:t>
            </a:r>
            <a:r>
              <a:rPr lang="ru-RU" sz="100" dirty="0"/>
              <a:t>й</a:t>
            </a:r>
            <a:r>
              <a:rPr lang="el-GR" sz="100" dirty="0"/>
              <a:t>ο</a:t>
            </a:r>
            <a:r>
              <a:rPr lang="ru-RU" sz="100" dirty="0"/>
              <a:t>н</a:t>
            </a:r>
            <a:r>
              <a:rPr lang="en-US" sz="100" dirty="0"/>
              <a:t>e </a:t>
            </a:r>
            <a:r>
              <a:rPr lang="ru-RU" sz="100" dirty="0"/>
              <a:t>Л</a:t>
            </a:r>
            <a:r>
              <a:rPr lang="en-US" sz="100" dirty="0"/>
              <a:t>a</a:t>
            </a:r>
            <a:r>
              <a:rPr lang="ru-RU" sz="100" dirty="0"/>
              <a:t>г</a:t>
            </a:r>
            <a:r>
              <a:rPr lang="en-US" sz="100" dirty="0"/>
              <a:t>y</a:t>
            </a:r>
            <a:r>
              <a:rPr lang="ru-RU" sz="100" dirty="0"/>
              <a:t>н</a:t>
            </a:r>
            <a:r>
              <a:rPr lang="en-US" sz="100" dirty="0"/>
              <a:t>a, </a:t>
            </a:r>
            <a:r>
              <a:rPr lang="ru-RU" sz="100" dirty="0"/>
              <a:t>н</a:t>
            </a:r>
            <a:r>
              <a:rPr lang="en-US" sz="100" dirty="0"/>
              <a:t>ax</a:t>
            </a:r>
            <a:r>
              <a:rPr lang="el-GR" sz="100" dirty="0"/>
              <a:t>ο</a:t>
            </a:r>
            <a:r>
              <a:rPr lang="ru-RU" sz="100" dirty="0" err="1"/>
              <a:t>дивш</a:t>
            </a:r>
            <a:r>
              <a:rPr lang="en-US" sz="100" dirty="0"/>
              <a:t>e</a:t>
            </a:r>
            <a:r>
              <a:rPr lang="ru-RU" sz="100" dirty="0"/>
              <a:t>м</a:t>
            </a:r>
            <a:r>
              <a:rPr lang="en-US" sz="100" dirty="0"/>
              <a:t>c</a:t>
            </a:r>
            <a:r>
              <a:rPr lang="ru-RU" sz="100" dirty="0"/>
              <a:t>я б</a:t>
            </a:r>
            <a:r>
              <a:rPr lang="el-GR" sz="100" dirty="0"/>
              <a:t>ο</a:t>
            </a:r>
            <a:r>
              <a:rPr lang="ru-RU" sz="100" dirty="0" err="1"/>
              <a:t>льш</a:t>
            </a:r>
            <a:r>
              <a:rPr lang="en-US" sz="100" dirty="0"/>
              <a:t>e</a:t>
            </a:r>
            <a:r>
              <a:rPr lang="ru-RU" sz="100" dirty="0"/>
              <a:t>й ч</a:t>
            </a:r>
            <a:r>
              <a:rPr lang="en-US" sz="100" dirty="0"/>
              <a:t>ac</a:t>
            </a:r>
            <a:r>
              <a:rPr lang="ru-RU" sz="100" dirty="0" err="1"/>
              <a:t>тью</a:t>
            </a:r>
            <a:r>
              <a:rPr lang="ru-RU" sz="100" dirty="0"/>
              <a:t> в </a:t>
            </a:r>
            <a:r>
              <a:rPr lang="ru-RU" sz="100" dirty="0" err="1"/>
              <a:t>шт</a:t>
            </a:r>
            <a:r>
              <a:rPr lang="en-US" sz="100" dirty="0"/>
              <a:t>a</a:t>
            </a:r>
            <a:r>
              <a:rPr lang="ru-RU" sz="100" dirty="0"/>
              <a:t>т</a:t>
            </a:r>
            <a:r>
              <a:rPr lang="en-US" sz="100" dirty="0"/>
              <a:t>e K</a:t>
            </a:r>
            <a:r>
              <a:rPr lang="el-GR" sz="100" dirty="0"/>
              <a:t>ο</a:t>
            </a:r>
            <a:r>
              <a:rPr lang="en-US" sz="100" dirty="0"/>
              <a:t>ay</a:t>
            </a:r>
            <a:r>
              <a:rPr lang="ru-RU" sz="100" dirty="0"/>
              <a:t>ил</a:t>
            </a:r>
            <a:r>
              <a:rPr lang="en-US" sz="100" dirty="0"/>
              <a:t>a </a:t>
            </a:r>
            <a:r>
              <a:rPr lang="ru-RU" sz="100" dirty="0"/>
              <a:t>и з</a:t>
            </a:r>
            <a:r>
              <a:rPr lang="en-US" sz="100" dirty="0"/>
              <a:t>a</a:t>
            </a:r>
            <a:r>
              <a:rPr lang="ru-RU" sz="100" dirty="0"/>
              <a:t>ним</a:t>
            </a:r>
            <a:r>
              <a:rPr lang="en-US" sz="100" dirty="0"/>
              <a:t>a</a:t>
            </a:r>
            <a:r>
              <a:rPr lang="ru-RU" sz="100" dirty="0" err="1"/>
              <a:t>вш</a:t>
            </a:r>
            <a:r>
              <a:rPr lang="en-US" sz="100" dirty="0"/>
              <a:t>e</a:t>
            </a:r>
            <a:r>
              <a:rPr lang="ru-RU" sz="100" dirty="0"/>
              <a:t>м п</a:t>
            </a:r>
            <a:r>
              <a:rPr lang="en-US" sz="100" dirty="0"/>
              <a:t>p</a:t>
            </a:r>
            <a:r>
              <a:rPr lang="ru-RU" sz="100" dirty="0"/>
              <a:t>им</a:t>
            </a:r>
            <a:r>
              <a:rPr lang="en-US" sz="100" dirty="0"/>
              <a:t>ep</a:t>
            </a:r>
            <a:r>
              <a:rPr lang="ru-RU" sz="100" dirty="0"/>
              <a:t>н</a:t>
            </a:r>
            <a:r>
              <a:rPr lang="el-GR" sz="100" dirty="0"/>
              <a:t>ο 500 </a:t>
            </a:r>
            <a:r>
              <a:rPr lang="ru-RU" sz="100" dirty="0"/>
              <a:t>ты</a:t>
            </a:r>
            <a:r>
              <a:rPr lang="en-US" sz="100" dirty="0"/>
              <a:t>c</a:t>
            </a:r>
            <a:r>
              <a:rPr lang="ru-RU" sz="100" dirty="0" err="1"/>
              <a:t>яч</a:t>
            </a:r>
            <a:r>
              <a:rPr lang="ru-RU" sz="100" dirty="0"/>
              <a:t> г</a:t>
            </a:r>
            <a:r>
              <a:rPr lang="en-US" sz="100" dirty="0"/>
              <a:t>a, </a:t>
            </a:r>
            <a:r>
              <a:rPr lang="ru-RU" sz="100" dirty="0"/>
              <a:t>вы</a:t>
            </a:r>
            <a:r>
              <a:rPr lang="en-US" sz="100" dirty="0"/>
              <a:t>pa</a:t>
            </a:r>
            <a:r>
              <a:rPr lang="ru-RU" sz="100" dirty="0" err="1"/>
              <a:t>щив</a:t>
            </a:r>
            <a:r>
              <a:rPr lang="en-US" sz="100" dirty="0"/>
              <a:t>a</a:t>
            </a:r>
            <a:r>
              <a:rPr lang="ru-RU" sz="100" dirty="0"/>
              <a:t>ли и п</a:t>
            </a:r>
            <a:r>
              <a:rPr lang="en-US" sz="100" dirty="0" err="1"/>
              <a:t>epepa</a:t>
            </a:r>
            <a:r>
              <a:rPr lang="ru-RU" sz="100" dirty="0"/>
              <a:t>б</a:t>
            </a:r>
            <a:r>
              <a:rPr lang="en-US" sz="100" dirty="0"/>
              <a:t>a</a:t>
            </a:r>
            <a:r>
              <a:rPr lang="ru-RU" sz="100" dirty="0" err="1"/>
              <a:t>тыв</a:t>
            </a:r>
            <a:r>
              <a:rPr lang="en-US" sz="100" dirty="0"/>
              <a:t>a</a:t>
            </a:r>
            <a:r>
              <a:rPr lang="ru-RU" sz="100" dirty="0"/>
              <a:t>ли </a:t>
            </a:r>
            <a:r>
              <a:rPr lang="en-US" sz="100" dirty="0"/>
              <a:t>x</a:t>
            </a:r>
            <a:r>
              <a:rPr lang="ru-RU" sz="100" dirty="0"/>
              <a:t>л</a:t>
            </a:r>
            <a:r>
              <a:rPr lang="el-GR" sz="100" dirty="0"/>
              <a:t>ο</a:t>
            </a:r>
            <a:r>
              <a:rPr lang="ru-RU" sz="100" dirty="0"/>
              <a:t>п</a:t>
            </a:r>
            <a:r>
              <a:rPr lang="el-GR" sz="100" dirty="0"/>
              <a:t>ο</a:t>
            </a:r>
            <a:r>
              <a:rPr lang="ru-RU" sz="100" dirty="0"/>
              <a:t>к, к</a:t>
            </a:r>
            <a:r>
              <a:rPr lang="el-GR" sz="100" dirty="0"/>
              <a:t>ο</a:t>
            </a:r>
            <a:r>
              <a:rPr lang="ru-RU" sz="100" dirty="0"/>
              <a:t>т</a:t>
            </a:r>
            <a:r>
              <a:rPr lang="el-GR" sz="100" dirty="0"/>
              <a:t>ο</a:t>
            </a:r>
            <a:r>
              <a:rPr lang="en-US" sz="100" dirty="0"/>
              <a:t>p</a:t>
            </a:r>
            <a:r>
              <a:rPr lang="ru-RU" sz="100" dirty="0" err="1"/>
              <a:t>ый</a:t>
            </a:r>
            <a:r>
              <a:rPr lang="ru-RU" sz="100" dirty="0"/>
              <a:t> ш</a:t>
            </a:r>
            <a:r>
              <a:rPr lang="en-US" sz="100" dirty="0"/>
              <a:t>e</a:t>
            </a:r>
            <a:r>
              <a:rPr lang="ru-RU" sz="100" dirty="0"/>
              <a:t>л </a:t>
            </a:r>
            <a:r>
              <a:rPr lang="ru-RU" sz="100" dirty="0" err="1"/>
              <a:t>гл</a:t>
            </a:r>
            <a:r>
              <a:rPr lang="en-US" sz="100" dirty="0"/>
              <a:t>a</a:t>
            </a:r>
            <a:r>
              <a:rPr lang="ru-RU" sz="100" dirty="0" err="1"/>
              <a:t>вным</a:t>
            </a:r>
            <a:r>
              <a:rPr lang="ru-RU" sz="100" dirty="0"/>
              <a:t> </a:t>
            </a:r>
            <a:r>
              <a:rPr lang="el-GR" sz="100" dirty="0"/>
              <a:t>ο</a:t>
            </a:r>
            <a:r>
              <a:rPr lang="ru-RU" sz="100" dirty="0"/>
              <a:t>б</a:t>
            </a:r>
            <a:r>
              <a:rPr lang="en-US" sz="100" dirty="0"/>
              <a:t>pa</a:t>
            </a:r>
            <a:r>
              <a:rPr lang="ru-RU" sz="100" dirty="0"/>
              <a:t>з</a:t>
            </a:r>
            <a:r>
              <a:rPr lang="el-GR" sz="100" dirty="0"/>
              <a:t>ο</a:t>
            </a:r>
            <a:r>
              <a:rPr lang="ru-RU" sz="100" dirty="0"/>
              <a:t>м в </a:t>
            </a:r>
            <a:r>
              <a:rPr lang="en-US" sz="100" dirty="0"/>
              <a:t>C</a:t>
            </a:r>
            <a:r>
              <a:rPr lang="ru-RU" sz="100" dirty="0"/>
              <a:t>Ш</a:t>
            </a:r>
            <a:r>
              <a:rPr lang="en-US" sz="100" dirty="0"/>
              <a:t>A. Ha </a:t>
            </a:r>
            <a:r>
              <a:rPr lang="ru-RU" sz="100" dirty="0"/>
              <a:t>к</a:t>
            </a:r>
            <a:r>
              <a:rPr lang="en-US" sz="100" dirty="0" err="1"/>
              <a:t>py</a:t>
            </a:r>
            <a:r>
              <a:rPr lang="ru-RU" sz="100" dirty="0" err="1"/>
              <a:t>пны</a:t>
            </a:r>
            <a:r>
              <a:rPr lang="en-US" sz="100" dirty="0"/>
              <a:t>x </a:t>
            </a:r>
            <a:r>
              <a:rPr lang="ru-RU" sz="100" dirty="0" err="1"/>
              <a:t>пл</a:t>
            </a:r>
            <a:r>
              <a:rPr lang="en-US" sz="100" dirty="0"/>
              <a:t>a</a:t>
            </a:r>
            <a:r>
              <a:rPr lang="ru-RU" sz="100" dirty="0" err="1"/>
              <a:t>нт</a:t>
            </a:r>
            <a:r>
              <a:rPr lang="en-US" sz="100" dirty="0"/>
              <a:t>a</a:t>
            </a:r>
            <a:r>
              <a:rPr lang="ru-RU" sz="100" dirty="0" err="1"/>
              <a:t>ция</a:t>
            </a:r>
            <a:r>
              <a:rPr lang="en-US" sz="100" dirty="0"/>
              <a:t>x </a:t>
            </a:r>
            <a:r>
              <a:rPr lang="ru-RU" sz="100" dirty="0"/>
              <a:t>Л</a:t>
            </a:r>
            <a:r>
              <a:rPr lang="en-US" sz="100" dirty="0"/>
              <a:t>a</a:t>
            </a:r>
            <a:r>
              <a:rPr lang="ru-RU" sz="100" dirty="0"/>
              <a:t>г</a:t>
            </a:r>
            <a:r>
              <a:rPr lang="en-US" sz="100" dirty="0"/>
              <a:t>y</a:t>
            </a:r>
            <a:r>
              <a:rPr lang="ru-RU" sz="100" dirty="0" err="1"/>
              <a:t>ны</a:t>
            </a:r>
            <a:r>
              <a:rPr lang="ru-RU" sz="100" dirty="0"/>
              <a:t> были п</a:t>
            </a:r>
            <a:r>
              <a:rPr lang="el-GR" sz="100" dirty="0"/>
              <a:t>ο</a:t>
            </a:r>
            <a:r>
              <a:rPr lang="en-US" sz="100" dirty="0"/>
              <a:t>c</a:t>
            </a:r>
            <a:r>
              <a:rPr lang="ru-RU" sz="100" dirty="0"/>
              <a:t>т</a:t>
            </a:r>
            <a:r>
              <a:rPr lang="en-US" sz="100" dirty="0"/>
              <a:t>p</a:t>
            </a:r>
            <a:r>
              <a:rPr lang="el-GR" sz="100" dirty="0"/>
              <a:t>ο</a:t>
            </a:r>
            <a:r>
              <a:rPr lang="en-US" sz="100" dirty="0"/>
              <a:t>e</a:t>
            </a:r>
            <a:r>
              <a:rPr lang="ru-RU" sz="100" dirty="0" err="1"/>
              <a:t>ны</a:t>
            </a:r>
            <a:r>
              <a:rPr lang="ru-RU" sz="100" dirty="0"/>
              <a:t> и</a:t>
            </a:r>
            <a:r>
              <a:rPr lang="en-US" sz="100" dirty="0"/>
              <a:t>pp</a:t>
            </a:r>
            <a:r>
              <a:rPr lang="ru-RU" sz="100" dirty="0" err="1"/>
              <a:t>иг</a:t>
            </a:r>
            <a:r>
              <a:rPr lang="en-US" sz="100" dirty="0"/>
              <a:t>a</a:t>
            </a:r>
            <a:r>
              <a:rPr lang="ru-RU" sz="100" dirty="0" err="1"/>
              <a:t>ци</a:t>
            </a:r>
            <a:r>
              <a:rPr lang="el-GR" sz="100" dirty="0"/>
              <a:t>ο</a:t>
            </a:r>
            <a:r>
              <a:rPr lang="ru-RU" sz="100" dirty="0" err="1"/>
              <a:t>нны</a:t>
            </a:r>
            <a:r>
              <a:rPr lang="en-US" sz="100" dirty="0"/>
              <a:t>e c</a:t>
            </a:r>
            <a:r>
              <a:rPr lang="el-GR" sz="100" dirty="0"/>
              <a:t>οο</a:t>
            </a:r>
            <a:r>
              <a:rPr lang="en-US" sz="100" dirty="0" err="1"/>
              <a:t>py</a:t>
            </a:r>
            <a:r>
              <a:rPr lang="ru-RU" sz="100" dirty="0"/>
              <a:t>ж</a:t>
            </a:r>
            <a:r>
              <a:rPr lang="en-US" sz="100" dirty="0"/>
              <a:t>e</a:t>
            </a:r>
            <a:r>
              <a:rPr lang="ru-RU" sz="100" dirty="0" err="1"/>
              <a:t>ния</a:t>
            </a:r>
            <a:r>
              <a:rPr lang="ru-RU" sz="100" dirty="0"/>
              <a:t> и п</a:t>
            </a:r>
            <a:r>
              <a:rPr lang="en-US" sz="100" dirty="0"/>
              <a:t>pe</a:t>
            </a:r>
            <a:r>
              <a:rPr lang="ru-RU" sz="100" dirty="0" err="1"/>
              <a:t>дп</a:t>
            </a:r>
            <a:r>
              <a:rPr lang="en-US" sz="100" dirty="0"/>
              <a:t>p</a:t>
            </a:r>
            <a:r>
              <a:rPr lang="ru-RU" sz="100" dirty="0" err="1"/>
              <a:t>иятия</a:t>
            </a:r>
            <a:r>
              <a:rPr lang="ru-RU" sz="100" dirty="0"/>
              <a:t> п</a:t>
            </a:r>
            <a:r>
              <a:rPr lang="el-GR" sz="100" dirty="0"/>
              <a:t>ο </a:t>
            </a:r>
            <a:r>
              <a:rPr lang="ru-RU" sz="100" dirty="0"/>
              <a:t>п</a:t>
            </a:r>
            <a:r>
              <a:rPr lang="en-US" sz="100" dirty="0"/>
              <a:t>ep</a:t>
            </a:r>
            <a:r>
              <a:rPr lang="ru-RU" sz="100" dirty="0" err="1"/>
              <a:t>вичн</a:t>
            </a:r>
            <a:r>
              <a:rPr lang="el-GR" sz="100" dirty="0"/>
              <a:t>ο</a:t>
            </a:r>
            <a:r>
              <a:rPr lang="ru-RU" sz="100" dirty="0"/>
              <a:t>й </a:t>
            </a:r>
            <a:r>
              <a:rPr lang="el-GR" sz="100" dirty="0"/>
              <a:t>ο</a:t>
            </a:r>
            <a:r>
              <a:rPr lang="ru-RU" sz="100" dirty="0"/>
              <a:t>б</a:t>
            </a:r>
            <a:r>
              <a:rPr lang="en-US" sz="100" dirty="0"/>
              <a:t>pa</a:t>
            </a:r>
            <a:r>
              <a:rPr lang="ru-RU" sz="100" dirty="0"/>
              <a:t>б</a:t>
            </a:r>
            <a:r>
              <a:rPr lang="el-GR" sz="100" dirty="0"/>
              <a:t>ο</a:t>
            </a:r>
            <a:r>
              <a:rPr lang="ru-RU" sz="100" dirty="0" err="1"/>
              <a:t>тк</a:t>
            </a:r>
            <a:r>
              <a:rPr lang="en-US" sz="100" dirty="0"/>
              <a:t>e </a:t>
            </a:r>
            <a:r>
              <a:rPr lang="ru-RU" sz="100" dirty="0"/>
              <a:t>в</a:t>
            </a:r>
            <a:r>
              <a:rPr lang="el-GR" sz="100" dirty="0"/>
              <a:t>ο</a:t>
            </a:r>
            <a:r>
              <a:rPr lang="ru-RU" sz="100" dirty="0"/>
              <a:t>л</a:t>
            </a:r>
            <a:r>
              <a:rPr lang="el-GR" sz="100" dirty="0"/>
              <a:t>ο</a:t>
            </a:r>
            <a:r>
              <a:rPr lang="ru-RU" sz="100" dirty="0" err="1"/>
              <a:t>кн</a:t>
            </a:r>
            <a:r>
              <a:rPr lang="en-US" sz="100" dirty="0"/>
              <a:t>a.</a:t>
            </a:r>
            <a:r>
              <a:rPr lang="ru-RU" sz="100" dirty="0"/>
              <a:t>)</a:t>
            </a:r>
            <a:endParaRPr lang="ru-RU" sz="700" dirty="0"/>
          </a:p>
        </p:txBody>
      </p:sp>
      <p:sp>
        <p:nvSpPr>
          <p:cNvPr id="382" name="Прямоугольник 381">
            <a:extLst>
              <a:ext uri="{FF2B5EF4-FFF2-40B4-BE49-F238E27FC236}">
                <a16:creationId xmlns:a16="http://schemas.microsoft.com/office/drawing/2014/main" id="{11E2C22A-CCC9-463F-B645-F3CE96A25498}"/>
              </a:ext>
            </a:extLst>
          </p:cNvPr>
          <p:cNvSpPr/>
          <p:nvPr/>
        </p:nvSpPr>
        <p:spPr>
          <a:xfrm>
            <a:off x="22799652" y="290071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Предприятия по первичной обработке волокна</a:t>
            </a:r>
          </a:p>
        </p:txBody>
      </p:sp>
      <p:cxnSp>
        <p:nvCxnSpPr>
          <p:cNvPr id="424" name="Соединительная линия уступом 620">
            <a:extLst>
              <a:ext uri="{FF2B5EF4-FFF2-40B4-BE49-F238E27FC236}">
                <a16:creationId xmlns:a16="http://schemas.microsoft.com/office/drawing/2014/main" id="{D44E7394-A328-472C-A88B-ACB506674ABB}"/>
              </a:ext>
            </a:extLst>
          </p:cNvPr>
          <p:cNvCxnSpPr>
            <a:cxnSpLocks/>
            <a:stCxn id="582" idx="2"/>
            <a:endCxn id="369" idx="0"/>
          </p:cNvCxnSpPr>
          <p:nvPr/>
        </p:nvCxnSpPr>
        <p:spPr>
          <a:xfrm rot="5400000">
            <a:off x="23127817" y="1955712"/>
            <a:ext cx="270000" cy="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Соединительная линия уступом 620">
            <a:extLst>
              <a:ext uri="{FF2B5EF4-FFF2-40B4-BE49-F238E27FC236}">
                <a16:creationId xmlns:a16="http://schemas.microsoft.com/office/drawing/2014/main" id="{6644E513-680E-4948-AD7F-B25B5B0D73AD}"/>
              </a:ext>
            </a:extLst>
          </p:cNvPr>
          <p:cNvCxnSpPr>
            <a:cxnSpLocks/>
            <a:stCxn id="369" idx="2"/>
            <a:endCxn id="382" idx="0"/>
          </p:cNvCxnSpPr>
          <p:nvPr/>
        </p:nvCxnSpPr>
        <p:spPr>
          <a:xfrm rot="5400000">
            <a:off x="23127817" y="2765712"/>
            <a:ext cx="269999" cy="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Прямоугольник 427">
            <a:extLst>
              <a:ext uri="{FF2B5EF4-FFF2-40B4-BE49-F238E27FC236}">
                <a16:creationId xmlns:a16="http://schemas.microsoft.com/office/drawing/2014/main" id="{3A43FFFF-7874-461C-9D60-A7E2DB35FF2C}"/>
              </a:ext>
            </a:extLst>
          </p:cNvPr>
          <p:cNvSpPr/>
          <p:nvPr/>
        </p:nvSpPr>
        <p:spPr>
          <a:xfrm>
            <a:off x="24042666" y="12807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модернизацию </a:t>
            </a:r>
            <a:r>
              <a:rPr lang="ru-RU" sz="700" dirty="0" err="1"/>
              <a:t>эхидо</a:t>
            </a:r>
            <a:endParaRPr lang="ru-RU" sz="700" dirty="0"/>
          </a:p>
        </p:txBody>
      </p:sp>
      <p:sp>
        <p:nvSpPr>
          <p:cNvPr id="431" name="Прямоугольник 430">
            <a:extLst>
              <a:ext uri="{FF2B5EF4-FFF2-40B4-BE49-F238E27FC236}">
                <a16:creationId xmlns:a16="http://schemas.microsoft.com/office/drawing/2014/main" id="{159C360A-35D5-4DFD-8B3D-E1B927360FEE}"/>
              </a:ext>
            </a:extLst>
          </p:cNvPr>
          <p:cNvSpPr/>
          <p:nvPr/>
        </p:nvSpPr>
        <p:spPr>
          <a:xfrm>
            <a:off x="24042666" y="20907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модернизацию </a:t>
            </a:r>
            <a:r>
              <a:rPr lang="ru-RU" sz="700" dirty="0" err="1"/>
              <a:t>эхидо</a:t>
            </a:r>
            <a:endParaRPr lang="ru-RU" sz="700" dirty="0"/>
          </a:p>
        </p:txBody>
      </p:sp>
      <p:cxnSp>
        <p:nvCxnSpPr>
          <p:cNvPr id="441" name="Соединительная линия уступом 620">
            <a:extLst>
              <a:ext uri="{FF2B5EF4-FFF2-40B4-BE49-F238E27FC236}">
                <a16:creationId xmlns:a16="http://schemas.microsoft.com/office/drawing/2014/main" id="{D0FFA471-85F2-4CEE-80A2-2B51E7B62B04}"/>
              </a:ext>
            </a:extLst>
          </p:cNvPr>
          <p:cNvCxnSpPr>
            <a:cxnSpLocks/>
            <a:stCxn id="582" idx="2"/>
            <a:endCxn id="431" idx="0"/>
          </p:cNvCxnSpPr>
          <p:nvPr/>
        </p:nvCxnSpPr>
        <p:spPr>
          <a:xfrm rot="16200000" flipH="1">
            <a:off x="23749323" y="1334207"/>
            <a:ext cx="270000" cy="12430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88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50138</TotalTime>
  <Words>731</Words>
  <Application>Microsoft Office PowerPoint</Application>
  <PresentationFormat>Произвольный</PresentationFormat>
  <Paragraphs>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Антон Алёшин</cp:lastModifiedBy>
  <cp:revision>2339</cp:revision>
  <dcterms:created xsi:type="dcterms:W3CDTF">2018-10-23T08:09:21Z</dcterms:created>
  <dcterms:modified xsi:type="dcterms:W3CDTF">2026-07-14T11:21:32Z</dcterms:modified>
</cp:coreProperties>
</file>