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3"/>
  </p:notesMasterIdLst>
  <p:sldIdLst>
    <p:sldId id="259" r:id="rId2"/>
  </p:sldIdLst>
  <p:sldSz cx="51206400" cy="36018788"/>
  <p:notesSz cx="6858000" cy="9144000"/>
  <p:defaultTextStyle>
    <a:defPPr>
      <a:defRPr lang="ru-RU"/>
    </a:defPPr>
    <a:lvl1pPr marL="0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1pPr>
    <a:lvl2pPr marL="766144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2pPr>
    <a:lvl3pPr marL="1532289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3pPr>
    <a:lvl4pPr marL="2298433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4pPr>
    <a:lvl5pPr marL="3064578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5pPr>
    <a:lvl6pPr marL="3830722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6pPr>
    <a:lvl7pPr marL="4596867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7pPr>
    <a:lvl8pPr marL="5363011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8pPr>
    <a:lvl9pPr marL="6129155" algn="l" defTabSz="1532289" rtl="0" eaLnBrk="1" latinLnBrk="0" hangingPunct="1">
      <a:defRPr sz="3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4">
          <p15:clr>
            <a:srgbClr val="A4A3A4"/>
          </p15:clr>
        </p15:guide>
        <p15:guide id="2" pos="1612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13FB1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5" autoAdjust="0"/>
    <p:restoredTop sz="96374" autoAdjust="0"/>
  </p:normalViewPr>
  <p:slideViewPr>
    <p:cSldViewPr snapToGrid="0">
      <p:cViewPr varScale="1">
        <p:scale>
          <a:sx n="22" d="100"/>
          <a:sy n="22" d="100"/>
        </p:scale>
        <p:origin x="1128" y="84"/>
      </p:cViewPr>
      <p:guideLst>
        <p:guide orient="horz" pos="11344"/>
        <p:guide pos="1612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3D7F9-E251-484C-A6FF-FA958879DF69}" type="datetimeFigureOut">
              <a:rPr lang="ru-RU" smtClean="0"/>
              <a:pPr/>
              <a:t>20.01.2026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36663" y="1143000"/>
            <a:ext cx="4384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6EE9E-3817-4644-8752-DBAA6FA3C802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836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23667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47333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71000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94666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118333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741999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365666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989332" algn="l" defTabSz="1247333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236663" y="1143000"/>
            <a:ext cx="4384675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86EE9E-3817-4644-8752-DBAA6FA3C802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7767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00801" y="5894744"/>
            <a:ext cx="38404800" cy="12539874"/>
          </a:xfrm>
        </p:spPr>
        <p:txBody>
          <a:bodyPr anchor="b"/>
          <a:lstStyle>
            <a:lvl1pPr algn="ctr">
              <a:defRPr sz="24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00801" y="18918204"/>
            <a:ext cx="38404800" cy="8696200"/>
          </a:xfrm>
        </p:spPr>
        <p:txBody>
          <a:bodyPr/>
          <a:lstStyle>
            <a:lvl1pPr marL="0" indent="0" algn="ctr">
              <a:buNone/>
              <a:defRPr sz="9900"/>
            </a:lvl1pPr>
            <a:lvl2pPr marL="1878359" indent="0" algn="ctr">
              <a:buNone/>
              <a:defRPr sz="8200"/>
            </a:lvl2pPr>
            <a:lvl3pPr marL="3756718" indent="0" algn="ctr">
              <a:buNone/>
              <a:defRPr sz="7400"/>
            </a:lvl3pPr>
            <a:lvl4pPr marL="5635077" indent="0" algn="ctr">
              <a:buNone/>
              <a:defRPr sz="6600"/>
            </a:lvl4pPr>
            <a:lvl5pPr marL="7513436" indent="0" algn="ctr">
              <a:buNone/>
              <a:defRPr sz="6600"/>
            </a:lvl5pPr>
            <a:lvl6pPr marL="9391794" indent="0" algn="ctr">
              <a:buNone/>
              <a:defRPr sz="6600"/>
            </a:lvl6pPr>
            <a:lvl7pPr marL="11270153" indent="0" algn="ctr">
              <a:buNone/>
              <a:defRPr sz="6600"/>
            </a:lvl7pPr>
            <a:lvl8pPr marL="13148512" indent="0" algn="ctr">
              <a:buNone/>
              <a:defRPr sz="6600"/>
            </a:lvl8pPr>
            <a:lvl9pPr marL="15026871" indent="0" algn="ctr">
              <a:buNone/>
              <a:defRPr sz="6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185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552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74" y="8979693"/>
            <a:ext cx="44165519" cy="14982813"/>
          </a:xfrm>
        </p:spPr>
        <p:txBody>
          <a:bodyPr anchor="b"/>
          <a:lstStyle>
            <a:lvl1pPr>
              <a:defRPr sz="24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93774" y="24104247"/>
            <a:ext cx="44165519" cy="7879108"/>
          </a:xfrm>
        </p:spPr>
        <p:txBody>
          <a:bodyPr/>
          <a:lstStyle>
            <a:lvl1pPr marL="0" indent="0">
              <a:buNone/>
              <a:defRPr sz="9900">
                <a:solidFill>
                  <a:schemeClr val="tx1">
                    <a:tint val="75000"/>
                  </a:schemeClr>
                </a:solidFill>
              </a:defRPr>
            </a:lvl1pPr>
            <a:lvl2pPr marL="1878359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3756718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3pPr>
            <a:lvl4pPr marL="5635077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7513436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9391794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1270153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3148512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5026871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244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20442" y="9588334"/>
            <a:ext cx="21762720" cy="2285359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923241" y="9588334"/>
            <a:ext cx="21762720" cy="2285359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5467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3" y="1917674"/>
            <a:ext cx="44165519" cy="696196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112" y="8829610"/>
            <a:ext cx="21662706" cy="4327254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78359" indent="0">
              <a:buNone/>
              <a:defRPr sz="8200" b="1"/>
            </a:lvl2pPr>
            <a:lvl3pPr marL="3756718" indent="0">
              <a:buNone/>
              <a:defRPr sz="7400" b="1"/>
            </a:lvl3pPr>
            <a:lvl4pPr marL="5635077" indent="0">
              <a:buNone/>
              <a:defRPr sz="6600" b="1"/>
            </a:lvl4pPr>
            <a:lvl5pPr marL="7513436" indent="0">
              <a:buNone/>
              <a:defRPr sz="6600" b="1"/>
            </a:lvl5pPr>
            <a:lvl6pPr marL="9391794" indent="0">
              <a:buNone/>
              <a:defRPr sz="6600" b="1"/>
            </a:lvl6pPr>
            <a:lvl7pPr marL="11270153" indent="0">
              <a:buNone/>
              <a:defRPr sz="6600" b="1"/>
            </a:lvl7pPr>
            <a:lvl8pPr marL="13148512" indent="0">
              <a:buNone/>
              <a:defRPr sz="6600" b="1"/>
            </a:lvl8pPr>
            <a:lvl9pPr marL="15026871" indent="0">
              <a:buNone/>
              <a:defRPr sz="6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7112" y="13156863"/>
            <a:ext cx="21662706" cy="193517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923240" y="8829610"/>
            <a:ext cx="21769390" cy="4327254"/>
          </a:xfrm>
        </p:spPr>
        <p:txBody>
          <a:bodyPr anchor="b"/>
          <a:lstStyle>
            <a:lvl1pPr marL="0" indent="0">
              <a:buNone/>
              <a:defRPr sz="9900" b="1"/>
            </a:lvl1pPr>
            <a:lvl2pPr marL="1878359" indent="0">
              <a:buNone/>
              <a:defRPr sz="8200" b="1"/>
            </a:lvl2pPr>
            <a:lvl3pPr marL="3756718" indent="0">
              <a:buNone/>
              <a:defRPr sz="7400" b="1"/>
            </a:lvl3pPr>
            <a:lvl4pPr marL="5635077" indent="0">
              <a:buNone/>
              <a:defRPr sz="6600" b="1"/>
            </a:lvl4pPr>
            <a:lvl5pPr marL="7513436" indent="0">
              <a:buNone/>
              <a:defRPr sz="6600" b="1"/>
            </a:lvl5pPr>
            <a:lvl6pPr marL="9391794" indent="0">
              <a:buNone/>
              <a:defRPr sz="6600" b="1"/>
            </a:lvl6pPr>
            <a:lvl7pPr marL="11270153" indent="0">
              <a:buNone/>
              <a:defRPr sz="6600" b="1"/>
            </a:lvl7pPr>
            <a:lvl8pPr marL="13148512" indent="0">
              <a:buNone/>
              <a:defRPr sz="6600" b="1"/>
            </a:lvl8pPr>
            <a:lvl9pPr marL="15026871" indent="0">
              <a:buNone/>
              <a:defRPr sz="6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923240" y="13156863"/>
            <a:ext cx="21769390" cy="1935176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20.01.2026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563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20.01.2026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48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20.01.2026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1083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6" y="2401252"/>
            <a:ext cx="16515395" cy="8404384"/>
          </a:xfrm>
        </p:spPr>
        <p:txBody>
          <a:bodyPr anchor="b"/>
          <a:lstStyle>
            <a:lvl1pPr>
              <a:defRPr sz="131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69390" y="5186042"/>
            <a:ext cx="25923240" cy="25596684"/>
          </a:xfrm>
        </p:spPr>
        <p:txBody>
          <a:bodyPr/>
          <a:lstStyle>
            <a:lvl1pPr>
              <a:defRPr sz="13100"/>
            </a:lvl1pPr>
            <a:lvl2pPr>
              <a:defRPr sz="11500"/>
            </a:lvl2pPr>
            <a:lvl3pPr>
              <a:defRPr sz="99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6" y="10805639"/>
            <a:ext cx="16515395" cy="20018778"/>
          </a:xfrm>
        </p:spPr>
        <p:txBody>
          <a:bodyPr/>
          <a:lstStyle>
            <a:lvl1pPr marL="0" indent="0">
              <a:buNone/>
              <a:defRPr sz="6600"/>
            </a:lvl1pPr>
            <a:lvl2pPr marL="1878359" indent="0">
              <a:buNone/>
              <a:defRPr sz="5800"/>
            </a:lvl2pPr>
            <a:lvl3pPr marL="3756718" indent="0">
              <a:buNone/>
              <a:defRPr sz="4900"/>
            </a:lvl3pPr>
            <a:lvl4pPr marL="5635077" indent="0">
              <a:buNone/>
              <a:defRPr sz="4100"/>
            </a:lvl4pPr>
            <a:lvl5pPr marL="7513436" indent="0">
              <a:buNone/>
              <a:defRPr sz="4100"/>
            </a:lvl5pPr>
            <a:lvl6pPr marL="9391794" indent="0">
              <a:buNone/>
              <a:defRPr sz="4100"/>
            </a:lvl6pPr>
            <a:lvl7pPr marL="11270153" indent="0">
              <a:buNone/>
              <a:defRPr sz="4100"/>
            </a:lvl7pPr>
            <a:lvl8pPr marL="13148512" indent="0">
              <a:buNone/>
              <a:defRPr sz="4100"/>
            </a:lvl8pPr>
            <a:lvl9pPr marL="15026871" indent="0">
              <a:buNone/>
              <a:defRPr sz="41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9452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7116" y="2401252"/>
            <a:ext cx="16515395" cy="8404384"/>
          </a:xfrm>
        </p:spPr>
        <p:txBody>
          <a:bodyPr anchor="b"/>
          <a:lstStyle>
            <a:lvl1pPr>
              <a:defRPr sz="131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69390" y="5186042"/>
            <a:ext cx="25923240" cy="25596684"/>
          </a:xfrm>
        </p:spPr>
        <p:txBody>
          <a:bodyPr anchor="t"/>
          <a:lstStyle>
            <a:lvl1pPr marL="0" indent="0">
              <a:buNone/>
              <a:defRPr sz="13100"/>
            </a:lvl1pPr>
            <a:lvl2pPr marL="1878359" indent="0">
              <a:buNone/>
              <a:defRPr sz="11500"/>
            </a:lvl2pPr>
            <a:lvl3pPr marL="3756718" indent="0">
              <a:buNone/>
              <a:defRPr sz="9900"/>
            </a:lvl3pPr>
            <a:lvl4pPr marL="5635077" indent="0">
              <a:buNone/>
              <a:defRPr sz="8200"/>
            </a:lvl4pPr>
            <a:lvl5pPr marL="7513436" indent="0">
              <a:buNone/>
              <a:defRPr sz="8200"/>
            </a:lvl5pPr>
            <a:lvl6pPr marL="9391794" indent="0">
              <a:buNone/>
              <a:defRPr sz="8200"/>
            </a:lvl6pPr>
            <a:lvl7pPr marL="11270153" indent="0">
              <a:buNone/>
              <a:defRPr sz="8200"/>
            </a:lvl7pPr>
            <a:lvl8pPr marL="13148512" indent="0">
              <a:buNone/>
              <a:defRPr sz="8200"/>
            </a:lvl8pPr>
            <a:lvl9pPr marL="15026871" indent="0">
              <a:buNone/>
              <a:defRPr sz="82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7116" y="10805639"/>
            <a:ext cx="16515395" cy="20018778"/>
          </a:xfrm>
        </p:spPr>
        <p:txBody>
          <a:bodyPr/>
          <a:lstStyle>
            <a:lvl1pPr marL="0" indent="0">
              <a:buNone/>
              <a:defRPr sz="6600"/>
            </a:lvl1pPr>
            <a:lvl2pPr marL="1878359" indent="0">
              <a:buNone/>
              <a:defRPr sz="5800"/>
            </a:lvl2pPr>
            <a:lvl3pPr marL="3756718" indent="0">
              <a:buNone/>
              <a:defRPr sz="4900"/>
            </a:lvl3pPr>
            <a:lvl4pPr marL="5635077" indent="0">
              <a:buNone/>
              <a:defRPr sz="4100"/>
            </a:lvl4pPr>
            <a:lvl5pPr marL="7513436" indent="0">
              <a:buNone/>
              <a:defRPr sz="4100"/>
            </a:lvl5pPr>
            <a:lvl6pPr marL="9391794" indent="0">
              <a:buNone/>
              <a:defRPr sz="4100"/>
            </a:lvl6pPr>
            <a:lvl7pPr marL="11270153" indent="0">
              <a:buNone/>
              <a:defRPr sz="4100"/>
            </a:lvl7pPr>
            <a:lvl8pPr marL="13148512" indent="0">
              <a:buNone/>
              <a:defRPr sz="4100"/>
            </a:lvl8pPr>
            <a:lvl9pPr marL="15026871" indent="0">
              <a:buNone/>
              <a:defRPr sz="41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20.01.2026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2075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197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644580" y="1917668"/>
            <a:ext cx="11041380" cy="3052425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20443" y="1917668"/>
            <a:ext cx="32484061" cy="3052425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5DE44-605B-4D3B-B2B7-94543DF81A36}" type="datetimeFigureOut">
              <a:rPr lang="ru-RU" smtClean="0"/>
              <a:pPr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497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20444" y="1917674"/>
            <a:ext cx="44165519" cy="6961967"/>
          </a:xfrm>
          <a:prstGeom prst="rect">
            <a:avLst/>
          </a:prstGeom>
        </p:spPr>
        <p:txBody>
          <a:bodyPr vert="horz" lIns="124733" tIns="62367" rIns="124733" bIns="62367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0444" y="9588334"/>
            <a:ext cx="44165519" cy="22853590"/>
          </a:xfrm>
          <a:prstGeom prst="rect">
            <a:avLst/>
          </a:prstGeom>
        </p:spPr>
        <p:txBody>
          <a:bodyPr vert="horz" lIns="124733" tIns="62367" rIns="124733" bIns="62367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20442" y="33384083"/>
            <a:ext cx="11521440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l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A5DE44-605B-4D3B-B2B7-94543DF81A36}" type="datetimeFigureOut">
              <a:rPr lang="ru-RU" smtClean="0"/>
              <a:pPr/>
              <a:t>20.01.2026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62125" y="33384083"/>
            <a:ext cx="17282159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ctr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64520" y="33384083"/>
            <a:ext cx="11521440" cy="1917666"/>
          </a:xfrm>
          <a:prstGeom prst="rect">
            <a:avLst/>
          </a:prstGeom>
        </p:spPr>
        <p:txBody>
          <a:bodyPr vert="horz" lIns="124733" tIns="62367" rIns="124733" bIns="62367" rtlCol="0" anchor="ctr"/>
          <a:lstStyle>
            <a:lvl1pPr algn="r">
              <a:defRPr sz="4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F3E878-C7D4-455C-B7B2-78E3A4BD70DA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4105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756718" rtl="0" eaLnBrk="1" latinLnBrk="0" hangingPunct="1">
        <a:lnSpc>
          <a:spcPct val="90000"/>
        </a:lnSpc>
        <a:spcBef>
          <a:spcPct val="0"/>
        </a:spcBef>
        <a:buNone/>
        <a:defRPr sz="18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9179" indent="-939179" algn="l" defTabSz="3756718" rtl="0" eaLnBrk="1" latinLnBrk="0" hangingPunct="1">
        <a:lnSpc>
          <a:spcPct val="90000"/>
        </a:lnSpc>
        <a:spcBef>
          <a:spcPts val="4109"/>
        </a:spcBef>
        <a:buFont typeface="Arial" panose="020B0604020202020204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1pPr>
      <a:lvl2pPr marL="2817538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9900" kern="1200">
          <a:solidFill>
            <a:schemeClr val="tx1"/>
          </a:solidFill>
          <a:latin typeface="+mn-lt"/>
          <a:ea typeface="+mn-ea"/>
          <a:cs typeface="+mn-cs"/>
        </a:defRPr>
      </a:lvl2pPr>
      <a:lvl3pPr marL="4695897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574255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4pPr>
      <a:lvl5pPr marL="8452614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5pPr>
      <a:lvl6pPr marL="10330973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6pPr>
      <a:lvl7pPr marL="12209332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7pPr>
      <a:lvl8pPr marL="14087691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8pPr>
      <a:lvl9pPr marL="15966050" indent="-939179" algn="l" defTabSz="3756718" rtl="0" eaLnBrk="1" latinLnBrk="0" hangingPunct="1">
        <a:lnSpc>
          <a:spcPct val="90000"/>
        </a:lnSpc>
        <a:spcBef>
          <a:spcPts val="2054"/>
        </a:spcBef>
        <a:buFont typeface="Arial" panose="020B0604020202020204" pitchFamily="34" charset="0"/>
        <a:buChar char="•"/>
        <a:defRPr sz="7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1pPr>
      <a:lvl2pPr marL="1878359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2pPr>
      <a:lvl3pPr marL="3756718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3pPr>
      <a:lvl4pPr marL="5635077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4pPr>
      <a:lvl5pPr marL="7513436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5pPr>
      <a:lvl6pPr marL="9391794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6pPr>
      <a:lvl7pPr marL="11270153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7pPr>
      <a:lvl8pPr marL="13148512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8pPr>
      <a:lvl9pPr marL="15026871" algn="l" defTabSz="3756718" rtl="0" eaLnBrk="1" latinLnBrk="0" hangingPunct="1">
        <a:defRPr sz="7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Прямоугольник 581"/>
          <p:cNvSpPr/>
          <p:nvPr/>
        </p:nvSpPr>
        <p:spPr>
          <a:xfrm>
            <a:off x="22799655" y="1280713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Отставка кабинета Лаваля</a:t>
            </a:r>
          </a:p>
        </p:txBody>
      </p:sp>
      <p:sp>
        <p:nvSpPr>
          <p:cNvPr id="1027" name="Прямоугольник 1026">
            <a:extLst>
              <a:ext uri="{FF2B5EF4-FFF2-40B4-BE49-F238E27FC236}">
                <a16:creationId xmlns:a16="http://schemas.microsoft.com/office/drawing/2014/main" id="{DB1631C9-91EC-471F-8438-3881EA858FD4}"/>
              </a:ext>
            </a:extLst>
          </p:cNvPr>
          <p:cNvSpPr/>
          <p:nvPr/>
        </p:nvSpPr>
        <p:spPr>
          <a:xfrm>
            <a:off x="21650310" y="2090129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Ратификация Франко-Советского пакта</a:t>
            </a:r>
          </a:p>
        </p:txBody>
      </p:sp>
      <p:sp>
        <p:nvSpPr>
          <p:cNvPr id="1028" name="Прямоугольник 1027">
            <a:extLst>
              <a:ext uri="{FF2B5EF4-FFF2-40B4-BE49-F238E27FC236}">
                <a16:creationId xmlns:a16="http://schemas.microsoft.com/office/drawing/2014/main" id="{D6E92AC8-0AE9-46F9-A924-784EB6A3DC97}"/>
              </a:ext>
            </a:extLst>
          </p:cNvPr>
          <p:cNvSpPr/>
          <p:nvPr/>
        </p:nvSpPr>
        <p:spPr>
          <a:xfrm>
            <a:off x="23941209" y="2096012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Продолжить политику дефляции</a:t>
            </a:r>
          </a:p>
        </p:txBody>
      </p:sp>
      <p:sp>
        <p:nvSpPr>
          <p:cNvPr id="1030" name="Прямоугольник 1029">
            <a:extLst>
              <a:ext uri="{FF2B5EF4-FFF2-40B4-BE49-F238E27FC236}">
                <a16:creationId xmlns:a16="http://schemas.microsoft.com/office/drawing/2014/main" id="{8D4D7D52-105E-4376-9DD0-2B8522DA7F1B}"/>
              </a:ext>
            </a:extLst>
          </p:cNvPr>
          <p:cNvSpPr/>
          <p:nvPr/>
        </p:nvSpPr>
        <p:spPr>
          <a:xfrm>
            <a:off x="22803471" y="2870951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Выборы 1936</a:t>
            </a:r>
          </a:p>
        </p:txBody>
      </p:sp>
      <p:sp>
        <p:nvSpPr>
          <p:cNvPr id="1031" name="Прямоугольник 1030">
            <a:extLst>
              <a:ext uri="{FF2B5EF4-FFF2-40B4-BE49-F238E27FC236}">
                <a16:creationId xmlns:a16="http://schemas.microsoft.com/office/drawing/2014/main" id="{9F451564-3CC7-4336-95B9-519C482189ED}"/>
              </a:ext>
            </a:extLst>
          </p:cNvPr>
          <p:cNvSpPr/>
          <p:nvPr/>
        </p:nvSpPr>
        <p:spPr>
          <a:xfrm>
            <a:off x="22806917" y="3680952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Победа Народного Фронта</a:t>
            </a:r>
          </a:p>
        </p:txBody>
      </p:sp>
      <p:cxnSp>
        <p:nvCxnSpPr>
          <p:cNvPr id="102" name="Соединительная линия уступом 620">
            <a:extLst>
              <a:ext uri="{FF2B5EF4-FFF2-40B4-BE49-F238E27FC236}">
                <a16:creationId xmlns:a16="http://schemas.microsoft.com/office/drawing/2014/main" id="{2827AE48-910F-459B-8016-E8A6BF76D772}"/>
              </a:ext>
            </a:extLst>
          </p:cNvPr>
          <p:cNvCxnSpPr>
            <a:cxnSpLocks/>
            <a:stCxn id="1028" idx="2"/>
            <a:endCxn id="1030" idx="0"/>
          </p:cNvCxnSpPr>
          <p:nvPr/>
        </p:nvCxnSpPr>
        <p:spPr>
          <a:xfrm rot="5400000">
            <a:off x="23718034" y="2184612"/>
            <a:ext cx="234939" cy="113773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Соединительная линия уступом 620">
            <a:extLst>
              <a:ext uri="{FF2B5EF4-FFF2-40B4-BE49-F238E27FC236}">
                <a16:creationId xmlns:a16="http://schemas.microsoft.com/office/drawing/2014/main" id="{C1702904-0E50-4FBA-B873-2C147B00B9E8}"/>
              </a:ext>
            </a:extLst>
          </p:cNvPr>
          <p:cNvCxnSpPr>
            <a:cxnSpLocks/>
            <a:stCxn id="582" idx="2"/>
            <a:endCxn id="1027" idx="0"/>
          </p:cNvCxnSpPr>
          <p:nvPr/>
        </p:nvCxnSpPr>
        <p:spPr>
          <a:xfrm rot="5400000">
            <a:off x="22553438" y="1380749"/>
            <a:ext cx="269416" cy="1149345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Соединительная линия уступом 620">
            <a:extLst>
              <a:ext uri="{FF2B5EF4-FFF2-40B4-BE49-F238E27FC236}">
                <a16:creationId xmlns:a16="http://schemas.microsoft.com/office/drawing/2014/main" id="{2C4B12DA-382A-45C6-AD96-13081055D21D}"/>
              </a:ext>
            </a:extLst>
          </p:cNvPr>
          <p:cNvCxnSpPr>
            <a:cxnSpLocks/>
            <a:stCxn id="582" idx="2"/>
            <a:endCxn id="1028" idx="0"/>
          </p:cNvCxnSpPr>
          <p:nvPr/>
        </p:nvCxnSpPr>
        <p:spPr>
          <a:xfrm rot="16200000" flipH="1">
            <a:off x="23695946" y="1387585"/>
            <a:ext cx="275299" cy="114155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Соединительная линия уступом 620">
            <a:extLst>
              <a:ext uri="{FF2B5EF4-FFF2-40B4-BE49-F238E27FC236}">
                <a16:creationId xmlns:a16="http://schemas.microsoft.com/office/drawing/2014/main" id="{B0D254CE-501E-44AB-9DED-04147283115B}"/>
              </a:ext>
            </a:extLst>
          </p:cNvPr>
          <p:cNvCxnSpPr>
            <a:cxnSpLocks/>
            <a:stCxn id="1027" idx="2"/>
            <a:endCxn id="1030" idx="0"/>
          </p:cNvCxnSpPr>
          <p:nvPr/>
        </p:nvCxnSpPr>
        <p:spPr>
          <a:xfrm rot="16200000" flipH="1">
            <a:off x="22569642" y="2173959"/>
            <a:ext cx="240822" cy="115316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Прямоугольник 132">
            <a:extLst>
              <a:ext uri="{FF2B5EF4-FFF2-40B4-BE49-F238E27FC236}">
                <a16:creationId xmlns:a16="http://schemas.microsoft.com/office/drawing/2014/main" id="{E965DD84-0BC3-4B3C-B2E6-DE72473D0EDC}"/>
              </a:ext>
            </a:extLst>
          </p:cNvPr>
          <p:cNvSpPr/>
          <p:nvPr/>
        </p:nvSpPr>
        <p:spPr>
          <a:xfrm>
            <a:off x="22806916" y="4548137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Кабинет Эдуарда </a:t>
            </a:r>
            <a:r>
              <a:rPr lang="ru-RU" sz="700" dirty="0" err="1"/>
              <a:t>Деладье</a:t>
            </a:r>
            <a:endParaRPr lang="ru-RU" sz="700" dirty="0"/>
          </a:p>
        </p:txBody>
      </p:sp>
      <p:sp>
        <p:nvSpPr>
          <p:cNvPr id="134" name="Прямоугольник 133">
            <a:extLst>
              <a:ext uri="{FF2B5EF4-FFF2-40B4-BE49-F238E27FC236}">
                <a16:creationId xmlns:a16="http://schemas.microsoft.com/office/drawing/2014/main" id="{698CFD18-7803-4F48-BFA6-6620ABD67FE0}"/>
              </a:ext>
            </a:extLst>
          </p:cNvPr>
          <p:cNvSpPr/>
          <p:nvPr/>
        </p:nvSpPr>
        <p:spPr>
          <a:xfrm>
            <a:off x="26832414" y="4545720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Кабинет Поля </a:t>
            </a:r>
            <a:r>
              <a:rPr lang="ru-RU" sz="700" dirty="0" err="1"/>
              <a:t>Рейно</a:t>
            </a:r>
            <a:endParaRPr lang="ru-RU" sz="700" dirty="0"/>
          </a:p>
        </p:txBody>
      </p:sp>
      <p:sp>
        <p:nvSpPr>
          <p:cNvPr id="135" name="Прямоугольник 134">
            <a:extLst>
              <a:ext uri="{FF2B5EF4-FFF2-40B4-BE49-F238E27FC236}">
                <a16:creationId xmlns:a16="http://schemas.microsoft.com/office/drawing/2014/main" id="{4D37C6B0-79B8-4AB0-8C7B-ECD9C95746B4}"/>
              </a:ext>
            </a:extLst>
          </p:cNvPr>
          <p:cNvSpPr/>
          <p:nvPr/>
        </p:nvSpPr>
        <p:spPr>
          <a:xfrm>
            <a:off x="19310685" y="4549607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Кабинет Леона Блюма</a:t>
            </a:r>
            <a:r>
              <a:rPr lang="ru-RU" sz="100" dirty="0"/>
              <a:t>)</a:t>
            </a:r>
            <a:endParaRPr lang="ru-RU" sz="700" dirty="0"/>
          </a:p>
        </p:txBody>
      </p:sp>
      <p:cxnSp>
        <p:nvCxnSpPr>
          <p:cNvPr id="137" name="Прямая соединительная линия 136">
            <a:extLst>
              <a:ext uri="{FF2B5EF4-FFF2-40B4-BE49-F238E27FC236}">
                <a16:creationId xmlns:a16="http://schemas.microsoft.com/office/drawing/2014/main" id="{FED88272-20BB-44CE-AB5D-202077F1B670}"/>
              </a:ext>
            </a:extLst>
          </p:cNvPr>
          <p:cNvCxnSpPr>
            <a:cxnSpLocks/>
            <a:stCxn id="135" idx="3"/>
            <a:endCxn id="133" idx="1"/>
          </p:cNvCxnSpPr>
          <p:nvPr/>
        </p:nvCxnSpPr>
        <p:spPr>
          <a:xfrm flipV="1">
            <a:off x="20237010" y="4818137"/>
            <a:ext cx="2569906" cy="147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Прямоугольник 154">
            <a:extLst>
              <a:ext uri="{FF2B5EF4-FFF2-40B4-BE49-F238E27FC236}">
                <a16:creationId xmlns:a16="http://schemas.microsoft.com/office/drawing/2014/main" id="{68020855-CA49-4B88-BD8D-8E7F1830D1E1}"/>
              </a:ext>
            </a:extLst>
          </p:cNvPr>
          <p:cNvSpPr/>
          <p:nvPr/>
        </p:nvSpPr>
        <p:spPr>
          <a:xfrm>
            <a:off x="18177412" y="5337352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Занять нейтральную линию по Испании</a:t>
            </a:r>
          </a:p>
        </p:txBody>
      </p:sp>
      <p:sp>
        <p:nvSpPr>
          <p:cNvPr id="156" name="Прямоугольник 155">
            <a:extLst>
              <a:ext uri="{FF2B5EF4-FFF2-40B4-BE49-F238E27FC236}">
                <a16:creationId xmlns:a16="http://schemas.microsoft.com/office/drawing/2014/main" id="{11144716-2BE1-420A-A74D-237112BDF333}"/>
              </a:ext>
            </a:extLst>
          </p:cNvPr>
          <p:cNvSpPr/>
          <p:nvPr/>
        </p:nvSpPr>
        <p:spPr>
          <a:xfrm>
            <a:off x="17039169" y="5336277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0000"/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Скрытая помощь Испанской республике</a:t>
            </a:r>
          </a:p>
        </p:txBody>
      </p:sp>
      <p:sp>
        <p:nvSpPr>
          <p:cNvPr id="168" name="Прямоугольник 167">
            <a:extLst>
              <a:ext uri="{FF2B5EF4-FFF2-40B4-BE49-F238E27FC236}">
                <a16:creationId xmlns:a16="http://schemas.microsoft.com/office/drawing/2014/main" id="{1D141B85-F4E0-43FB-8151-1DA96BCD550D}"/>
              </a:ext>
            </a:extLst>
          </p:cNvPr>
          <p:cNvSpPr/>
          <p:nvPr/>
        </p:nvSpPr>
        <p:spPr>
          <a:xfrm>
            <a:off x="21024192" y="5340843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Закрепить законопроекты для рабочих</a:t>
            </a:r>
          </a:p>
        </p:txBody>
      </p:sp>
      <p:cxnSp>
        <p:nvCxnSpPr>
          <p:cNvPr id="173" name="Прямая соединительная линия 172">
            <a:extLst>
              <a:ext uri="{FF2B5EF4-FFF2-40B4-BE49-F238E27FC236}">
                <a16:creationId xmlns:a16="http://schemas.microsoft.com/office/drawing/2014/main" id="{8D85F986-0E48-4C26-A0AB-C1A811E023F4}"/>
              </a:ext>
            </a:extLst>
          </p:cNvPr>
          <p:cNvCxnSpPr>
            <a:cxnSpLocks/>
            <a:stCxn id="156" idx="3"/>
            <a:endCxn id="155" idx="1"/>
          </p:cNvCxnSpPr>
          <p:nvPr/>
        </p:nvCxnSpPr>
        <p:spPr>
          <a:xfrm>
            <a:off x="17965494" y="5606277"/>
            <a:ext cx="211918" cy="10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Соединительная линия уступом 595">
            <a:extLst>
              <a:ext uri="{FF2B5EF4-FFF2-40B4-BE49-F238E27FC236}">
                <a16:creationId xmlns:a16="http://schemas.microsoft.com/office/drawing/2014/main" id="{C3448E77-E4C9-4A92-B8FE-9086C929B34A}"/>
              </a:ext>
            </a:extLst>
          </p:cNvPr>
          <p:cNvCxnSpPr>
            <a:cxnSpLocks/>
            <a:stCxn id="133" idx="2"/>
            <a:endCxn id="155" idx="0"/>
          </p:cNvCxnSpPr>
          <p:nvPr/>
        </p:nvCxnSpPr>
        <p:spPr>
          <a:xfrm rot="5400000">
            <a:off x="20830720" y="2897992"/>
            <a:ext cx="249215" cy="4629504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Соединительная линия уступом 595">
            <a:extLst>
              <a:ext uri="{FF2B5EF4-FFF2-40B4-BE49-F238E27FC236}">
                <a16:creationId xmlns:a16="http://schemas.microsoft.com/office/drawing/2014/main" id="{CEC102EA-C5AB-44F2-97D4-7F8FD6943395}"/>
              </a:ext>
            </a:extLst>
          </p:cNvPr>
          <p:cNvCxnSpPr>
            <a:cxnSpLocks/>
            <a:stCxn id="135" idx="2"/>
            <a:endCxn id="155" idx="0"/>
          </p:cNvCxnSpPr>
          <p:nvPr/>
        </p:nvCxnSpPr>
        <p:spPr>
          <a:xfrm rot="5400000">
            <a:off x="19083340" y="4646843"/>
            <a:ext cx="247745" cy="1133273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Соединительная линия уступом 620">
            <a:extLst>
              <a:ext uri="{FF2B5EF4-FFF2-40B4-BE49-F238E27FC236}">
                <a16:creationId xmlns:a16="http://schemas.microsoft.com/office/drawing/2014/main" id="{AA93CFFD-71AF-4A74-94E0-16397668E4E2}"/>
              </a:ext>
            </a:extLst>
          </p:cNvPr>
          <p:cNvCxnSpPr>
            <a:cxnSpLocks/>
            <a:stCxn id="1031" idx="2"/>
            <a:endCxn id="135" idx="0"/>
          </p:cNvCxnSpPr>
          <p:nvPr/>
        </p:nvCxnSpPr>
        <p:spPr>
          <a:xfrm rot="5400000">
            <a:off x="21357637" y="2637163"/>
            <a:ext cx="328655" cy="349623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Соединительная линия уступом 620">
            <a:extLst>
              <a:ext uri="{FF2B5EF4-FFF2-40B4-BE49-F238E27FC236}">
                <a16:creationId xmlns:a16="http://schemas.microsoft.com/office/drawing/2014/main" id="{923D5A76-F2BD-4F08-B620-1BC8C437B4ED}"/>
              </a:ext>
            </a:extLst>
          </p:cNvPr>
          <p:cNvCxnSpPr>
            <a:cxnSpLocks/>
            <a:stCxn id="257" idx="2"/>
            <a:endCxn id="164" idx="0"/>
          </p:cNvCxnSpPr>
          <p:nvPr/>
        </p:nvCxnSpPr>
        <p:spPr>
          <a:xfrm rot="5400000">
            <a:off x="23001958" y="6500436"/>
            <a:ext cx="3410067" cy="588409"/>
          </a:xfrm>
          <a:prstGeom prst="bentConnector3">
            <a:avLst>
              <a:gd name="adj1" fmla="val 3975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Прямоугольник 256">
            <a:extLst>
              <a:ext uri="{FF2B5EF4-FFF2-40B4-BE49-F238E27FC236}">
                <a16:creationId xmlns:a16="http://schemas.microsoft.com/office/drawing/2014/main" id="{1DC75E89-3A6D-4FDC-B71B-F5626652457D}"/>
              </a:ext>
            </a:extLst>
          </p:cNvPr>
          <p:cNvSpPr/>
          <p:nvPr/>
        </p:nvSpPr>
        <p:spPr>
          <a:xfrm>
            <a:off x="24538032" y="4549607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Роспуск фашистских лиг</a:t>
            </a:r>
          </a:p>
        </p:txBody>
      </p:sp>
      <p:sp>
        <p:nvSpPr>
          <p:cNvPr id="160" name="Прямоугольник 159">
            <a:extLst>
              <a:ext uri="{FF2B5EF4-FFF2-40B4-BE49-F238E27FC236}">
                <a16:creationId xmlns:a16="http://schemas.microsoft.com/office/drawing/2014/main" id="{FF383B4F-5BA7-462F-9C5D-B9FB3B8262BE}"/>
              </a:ext>
            </a:extLst>
          </p:cNvPr>
          <p:cNvSpPr/>
          <p:nvPr/>
        </p:nvSpPr>
        <p:spPr>
          <a:xfrm>
            <a:off x="21592429" y="6132078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Обязательное обучение детей</a:t>
            </a:r>
          </a:p>
        </p:txBody>
      </p:sp>
      <p:sp>
        <p:nvSpPr>
          <p:cNvPr id="161" name="Прямоугольник 160">
            <a:extLst>
              <a:ext uri="{FF2B5EF4-FFF2-40B4-BE49-F238E27FC236}">
                <a16:creationId xmlns:a16="http://schemas.microsoft.com/office/drawing/2014/main" id="{58D139A0-EE1B-4DCB-87C2-0A609FA28988}"/>
              </a:ext>
            </a:extLst>
          </p:cNvPr>
          <p:cNvSpPr/>
          <p:nvPr/>
        </p:nvSpPr>
        <p:spPr>
          <a:xfrm>
            <a:off x="22402280" y="20620650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Комиссия по делам колоний</a:t>
            </a:r>
          </a:p>
        </p:txBody>
      </p:sp>
      <p:sp>
        <p:nvSpPr>
          <p:cNvPr id="164" name="Прямоугольник 163">
            <a:extLst>
              <a:ext uri="{FF2B5EF4-FFF2-40B4-BE49-F238E27FC236}">
                <a16:creationId xmlns:a16="http://schemas.microsoft.com/office/drawing/2014/main" id="{2E143361-4F00-4212-9162-03E7BD20119F}"/>
              </a:ext>
            </a:extLst>
          </p:cNvPr>
          <p:cNvSpPr/>
          <p:nvPr/>
        </p:nvSpPr>
        <p:spPr>
          <a:xfrm>
            <a:off x="23949623" y="8499674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Отвернуться от программы Народного фронта</a:t>
            </a:r>
          </a:p>
        </p:txBody>
      </p:sp>
      <p:sp>
        <p:nvSpPr>
          <p:cNvPr id="170" name="Прямоугольник 169">
            <a:extLst>
              <a:ext uri="{FF2B5EF4-FFF2-40B4-BE49-F238E27FC236}">
                <a16:creationId xmlns:a16="http://schemas.microsoft.com/office/drawing/2014/main" id="{D223AA09-6900-4C30-ADE5-454AF438C47D}"/>
              </a:ext>
            </a:extLst>
          </p:cNvPr>
          <p:cNvSpPr/>
          <p:nvPr/>
        </p:nvSpPr>
        <p:spPr>
          <a:xfrm>
            <a:off x="22182584" y="8494464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Получить контроль над финансовой сферой</a:t>
            </a:r>
          </a:p>
        </p:txBody>
      </p:sp>
      <p:sp>
        <p:nvSpPr>
          <p:cNvPr id="141" name="Прямоугольник 140">
            <a:extLst>
              <a:ext uri="{FF2B5EF4-FFF2-40B4-BE49-F238E27FC236}">
                <a16:creationId xmlns:a16="http://schemas.microsoft.com/office/drawing/2014/main" id="{3DADF349-F01A-4695-9174-9ECBE343B093}"/>
              </a:ext>
            </a:extLst>
          </p:cNvPr>
          <p:cNvSpPr/>
          <p:nvPr/>
        </p:nvSpPr>
        <p:spPr>
          <a:xfrm>
            <a:off x="25889910" y="23154066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Запустить в производство </a:t>
            </a:r>
            <a:r>
              <a:rPr lang="en-US" sz="700" dirty="0"/>
              <a:t>MAS-38</a:t>
            </a:r>
            <a:endParaRPr lang="ru-RU" sz="700" dirty="0"/>
          </a:p>
        </p:txBody>
      </p:sp>
      <p:sp>
        <p:nvSpPr>
          <p:cNvPr id="144" name="Прямоугольник 143">
            <a:extLst>
              <a:ext uri="{FF2B5EF4-FFF2-40B4-BE49-F238E27FC236}">
                <a16:creationId xmlns:a16="http://schemas.microsoft.com/office/drawing/2014/main" id="{8B0A0B36-AA04-409D-A67C-6660D8053773}"/>
              </a:ext>
            </a:extLst>
          </p:cNvPr>
          <p:cNvSpPr/>
          <p:nvPr/>
        </p:nvSpPr>
        <p:spPr>
          <a:xfrm>
            <a:off x="20595217" y="18331630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Реорганизация Национального экономического совета</a:t>
            </a:r>
          </a:p>
        </p:txBody>
      </p:sp>
      <p:sp>
        <p:nvSpPr>
          <p:cNvPr id="147" name="Прямоугольник 146">
            <a:extLst>
              <a:ext uri="{FF2B5EF4-FFF2-40B4-BE49-F238E27FC236}">
                <a16:creationId xmlns:a16="http://schemas.microsoft.com/office/drawing/2014/main" id="{F3A790FA-1628-4440-8AAD-8EBE5C1D8611}"/>
              </a:ext>
            </a:extLst>
          </p:cNvPr>
          <p:cNvSpPr/>
          <p:nvPr/>
        </p:nvSpPr>
        <p:spPr>
          <a:xfrm>
            <a:off x="24151488" y="19825398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Реорганизация железных дорог</a:t>
            </a:r>
          </a:p>
        </p:txBody>
      </p:sp>
      <p:sp>
        <p:nvSpPr>
          <p:cNvPr id="149" name="Прямоугольник 148">
            <a:extLst>
              <a:ext uri="{FF2B5EF4-FFF2-40B4-BE49-F238E27FC236}">
                <a16:creationId xmlns:a16="http://schemas.microsoft.com/office/drawing/2014/main" id="{22724985-1E0B-4776-A18F-BDBF5A5BA064}"/>
              </a:ext>
            </a:extLst>
          </p:cNvPr>
          <p:cNvSpPr/>
          <p:nvPr/>
        </p:nvSpPr>
        <p:spPr>
          <a:xfrm>
            <a:off x="27023802" y="19823700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Национализация военной промышленности</a:t>
            </a:r>
          </a:p>
        </p:txBody>
      </p:sp>
      <p:sp>
        <p:nvSpPr>
          <p:cNvPr id="152" name="Прямоугольник 151">
            <a:extLst>
              <a:ext uri="{FF2B5EF4-FFF2-40B4-BE49-F238E27FC236}">
                <a16:creationId xmlns:a16="http://schemas.microsoft.com/office/drawing/2014/main" id="{531A1922-B8EE-4120-B48C-73AB26DB88EB}"/>
              </a:ext>
            </a:extLst>
          </p:cNvPr>
          <p:cNvSpPr/>
          <p:nvPr/>
        </p:nvSpPr>
        <p:spPr>
          <a:xfrm>
            <a:off x="29438739" y="21469878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Национальное общество авиационного строительства Запада</a:t>
            </a:r>
          </a:p>
        </p:txBody>
      </p:sp>
      <p:sp>
        <p:nvSpPr>
          <p:cNvPr id="157" name="Прямоугольник 156">
            <a:extLst>
              <a:ext uri="{FF2B5EF4-FFF2-40B4-BE49-F238E27FC236}">
                <a16:creationId xmlns:a16="http://schemas.microsoft.com/office/drawing/2014/main" id="{78E4697D-FF56-488D-A005-FCA763CEA19B}"/>
              </a:ext>
            </a:extLst>
          </p:cNvPr>
          <p:cNvSpPr/>
          <p:nvPr/>
        </p:nvSpPr>
        <p:spPr>
          <a:xfrm>
            <a:off x="29438739" y="22341944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SNCAO CAO.200</a:t>
            </a:r>
            <a:endParaRPr lang="ru-RU" sz="700" dirty="0"/>
          </a:p>
        </p:txBody>
      </p:sp>
      <p:sp>
        <p:nvSpPr>
          <p:cNvPr id="158" name="Прямоугольник 157">
            <a:extLst>
              <a:ext uri="{FF2B5EF4-FFF2-40B4-BE49-F238E27FC236}">
                <a16:creationId xmlns:a16="http://schemas.microsoft.com/office/drawing/2014/main" id="{351DE650-F22A-49BB-947A-342E17B403A7}"/>
              </a:ext>
            </a:extLst>
          </p:cNvPr>
          <p:cNvSpPr/>
          <p:nvPr/>
        </p:nvSpPr>
        <p:spPr>
          <a:xfrm>
            <a:off x="30649078" y="22341944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 err="1"/>
              <a:t>Dewoitine</a:t>
            </a:r>
            <a:r>
              <a:rPr lang="en-US" sz="700" dirty="0"/>
              <a:t> D.520</a:t>
            </a:r>
            <a:endParaRPr lang="ru-RU" sz="700" dirty="0"/>
          </a:p>
        </p:txBody>
      </p:sp>
      <p:sp>
        <p:nvSpPr>
          <p:cNvPr id="162" name="Прямоугольник 161">
            <a:extLst>
              <a:ext uri="{FF2B5EF4-FFF2-40B4-BE49-F238E27FC236}">
                <a16:creationId xmlns:a16="http://schemas.microsoft.com/office/drawing/2014/main" id="{8324C9A6-EB76-456A-9F17-5BD4BBEB2BF4}"/>
              </a:ext>
            </a:extLst>
          </p:cNvPr>
          <p:cNvSpPr/>
          <p:nvPr/>
        </p:nvSpPr>
        <p:spPr>
          <a:xfrm>
            <a:off x="30649077" y="21476185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Национальная авиастроительная компания Юга</a:t>
            </a:r>
          </a:p>
        </p:txBody>
      </p:sp>
      <p:cxnSp>
        <p:nvCxnSpPr>
          <p:cNvPr id="163" name="Прямая соединительная линия 162">
            <a:extLst>
              <a:ext uri="{FF2B5EF4-FFF2-40B4-BE49-F238E27FC236}">
                <a16:creationId xmlns:a16="http://schemas.microsoft.com/office/drawing/2014/main" id="{02679CFD-F362-4442-80EE-975CA43BBDB0}"/>
              </a:ext>
            </a:extLst>
          </p:cNvPr>
          <p:cNvCxnSpPr>
            <a:cxnSpLocks/>
            <a:stCxn id="296" idx="3"/>
            <a:endCxn id="295" idx="1"/>
          </p:cNvCxnSpPr>
          <p:nvPr/>
        </p:nvCxnSpPr>
        <p:spPr>
          <a:xfrm flipV="1">
            <a:off x="25674165" y="21751298"/>
            <a:ext cx="1349637" cy="1619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Соединительная линия уступом 620">
            <a:extLst>
              <a:ext uri="{FF2B5EF4-FFF2-40B4-BE49-F238E27FC236}">
                <a16:creationId xmlns:a16="http://schemas.microsoft.com/office/drawing/2014/main" id="{CDBFE7E0-96AC-4157-A359-828E6F891133}"/>
              </a:ext>
            </a:extLst>
          </p:cNvPr>
          <p:cNvCxnSpPr>
            <a:cxnSpLocks/>
            <a:stCxn id="216" idx="2"/>
            <a:endCxn id="149" idx="0"/>
          </p:cNvCxnSpPr>
          <p:nvPr/>
        </p:nvCxnSpPr>
        <p:spPr>
          <a:xfrm rot="16200000" flipH="1">
            <a:off x="24170427" y="16507161"/>
            <a:ext cx="204491" cy="6428586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Прямая со стрелкой 165">
            <a:extLst>
              <a:ext uri="{FF2B5EF4-FFF2-40B4-BE49-F238E27FC236}">
                <a16:creationId xmlns:a16="http://schemas.microsoft.com/office/drawing/2014/main" id="{54CC5EF2-CDA2-4C2C-AFF8-B811A19D8281}"/>
              </a:ext>
            </a:extLst>
          </p:cNvPr>
          <p:cNvCxnSpPr>
            <a:cxnSpLocks/>
            <a:stCxn id="162" idx="2"/>
            <a:endCxn id="158" idx="0"/>
          </p:cNvCxnSpPr>
          <p:nvPr/>
        </p:nvCxnSpPr>
        <p:spPr>
          <a:xfrm>
            <a:off x="31112240" y="22016185"/>
            <a:ext cx="1" cy="32575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Прямая со стрелкой 171">
            <a:extLst>
              <a:ext uri="{FF2B5EF4-FFF2-40B4-BE49-F238E27FC236}">
                <a16:creationId xmlns:a16="http://schemas.microsoft.com/office/drawing/2014/main" id="{57F99160-CE27-4EAA-AC56-0E443C410512}"/>
              </a:ext>
            </a:extLst>
          </p:cNvPr>
          <p:cNvCxnSpPr>
            <a:cxnSpLocks/>
            <a:stCxn id="152" idx="2"/>
            <a:endCxn id="157" idx="0"/>
          </p:cNvCxnSpPr>
          <p:nvPr/>
        </p:nvCxnSpPr>
        <p:spPr>
          <a:xfrm>
            <a:off x="29901902" y="22009878"/>
            <a:ext cx="0" cy="33206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Прямоугольник 174">
            <a:extLst>
              <a:ext uri="{FF2B5EF4-FFF2-40B4-BE49-F238E27FC236}">
                <a16:creationId xmlns:a16="http://schemas.microsoft.com/office/drawing/2014/main" id="{63A16BB1-5DD8-4D3D-80EA-F5B819D370D8}"/>
              </a:ext>
            </a:extLst>
          </p:cNvPr>
          <p:cNvSpPr/>
          <p:nvPr/>
        </p:nvSpPr>
        <p:spPr>
          <a:xfrm>
            <a:off x="30649077" y="23151944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 err="1"/>
              <a:t>Dewoitine</a:t>
            </a:r>
            <a:r>
              <a:rPr lang="en-US" sz="700" dirty="0"/>
              <a:t> D</a:t>
            </a:r>
            <a:r>
              <a:rPr lang="ru-RU" sz="700" dirty="0"/>
              <a:t>.</a:t>
            </a:r>
            <a:r>
              <a:rPr lang="en-US" sz="700" dirty="0"/>
              <a:t>55</a:t>
            </a:r>
            <a:r>
              <a:rPr lang="ru-RU" sz="700" dirty="0"/>
              <a:t>1</a:t>
            </a:r>
          </a:p>
        </p:txBody>
      </p:sp>
      <p:cxnSp>
        <p:nvCxnSpPr>
          <p:cNvPr id="176" name="Прямая со стрелкой 175">
            <a:extLst>
              <a:ext uri="{FF2B5EF4-FFF2-40B4-BE49-F238E27FC236}">
                <a16:creationId xmlns:a16="http://schemas.microsoft.com/office/drawing/2014/main" id="{C33CA5ED-1759-4AF6-B788-242CF02239C4}"/>
              </a:ext>
            </a:extLst>
          </p:cNvPr>
          <p:cNvCxnSpPr>
            <a:cxnSpLocks/>
            <a:stCxn id="158" idx="2"/>
            <a:endCxn id="175" idx="0"/>
          </p:cNvCxnSpPr>
          <p:nvPr/>
        </p:nvCxnSpPr>
        <p:spPr>
          <a:xfrm flipH="1">
            <a:off x="31112240" y="22881944"/>
            <a:ext cx="1" cy="2700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Прямоугольник 177">
            <a:extLst>
              <a:ext uri="{FF2B5EF4-FFF2-40B4-BE49-F238E27FC236}">
                <a16:creationId xmlns:a16="http://schemas.microsoft.com/office/drawing/2014/main" id="{595B457D-6993-45A7-87B8-3E1C6DEB1B85}"/>
              </a:ext>
            </a:extLst>
          </p:cNvPr>
          <p:cNvSpPr/>
          <p:nvPr/>
        </p:nvSpPr>
        <p:spPr>
          <a:xfrm>
            <a:off x="31243110" y="23957387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 err="1"/>
              <a:t>Dewoitine</a:t>
            </a:r>
            <a:r>
              <a:rPr lang="en-US" sz="700" dirty="0"/>
              <a:t> D.750</a:t>
            </a:r>
            <a:endParaRPr lang="ru-RU" sz="700" dirty="0"/>
          </a:p>
        </p:txBody>
      </p:sp>
      <p:cxnSp>
        <p:nvCxnSpPr>
          <p:cNvPr id="179" name="Соединительная линия уступом 620">
            <a:extLst>
              <a:ext uri="{FF2B5EF4-FFF2-40B4-BE49-F238E27FC236}">
                <a16:creationId xmlns:a16="http://schemas.microsoft.com/office/drawing/2014/main" id="{4B45CCC6-61DA-41E6-A76F-5CF804603F57}"/>
              </a:ext>
            </a:extLst>
          </p:cNvPr>
          <p:cNvCxnSpPr>
            <a:cxnSpLocks/>
            <a:stCxn id="200" idx="2"/>
            <a:endCxn id="152" idx="0"/>
          </p:cNvCxnSpPr>
          <p:nvPr/>
        </p:nvCxnSpPr>
        <p:spPr>
          <a:xfrm rot="5400000">
            <a:off x="31252860" y="19802484"/>
            <a:ext cx="316436" cy="301835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Прямоугольник 179">
            <a:extLst>
              <a:ext uri="{FF2B5EF4-FFF2-40B4-BE49-F238E27FC236}">
                <a16:creationId xmlns:a16="http://schemas.microsoft.com/office/drawing/2014/main" id="{07B22A84-2317-405D-BF40-A9D735D5E6D9}"/>
              </a:ext>
            </a:extLst>
          </p:cNvPr>
          <p:cNvSpPr/>
          <p:nvPr/>
        </p:nvSpPr>
        <p:spPr>
          <a:xfrm>
            <a:off x="28831606" y="23957387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SNCAO CAO.600</a:t>
            </a:r>
            <a:endParaRPr lang="ru-RU" sz="700" dirty="0"/>
          </a:p>
        </p:txBody>
      </p:sp>
      <p:cxnSp>
        <p:nvCxnSpPr>
          <p:cNvPr id="182" name="Соединительная линия уступом 620">
            <a:extLst>
              <a:ext uri="{FF2B5EF4-FFF2-40B4-BE49-F238E27FC236}">
                <a16:creationId xmlns:a16="http://schemas.microsoft.com/office/drawing/2014/main" id="{7A0E305B-FA36-4677-8DA2-8EB132592158}"/>
              </a:ext>
            </a:extLst>
          </p:cNvPr>
          <p:cNvCxnSpPr>
            <a:cxnSpLocks/>
            <a:stCxn id="157" idx="2"/>
            <a:endCxn id="180" idx="0"/>
          </p:cNvCxnSpPr>
          <p:nvPr/>
        </p:nvCxnSpPr>
        <p:spPr>
          <a:xfrm rot="5400000">
            <a:off x="29060615" y="23116099"/>
            <a:ext cx="1075443" cy="607133"/>
          </a:xfrm>
          <a:prstGeom prst="bentConnector3">
            <a:avLst>
              <a:gd name="adj1" fmla="val 11399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Прямая соединительная линия 183">
            <a:extLst>
              <a:ext uri="{FF2B5EF4-FFF2-40B4-BE49-F238E27FC236}">
                <a16:creationId xmlns:a16="http://schemas.microsoft.com/office/drawing/2014/main" id="{21ED93A2-0ACF-42CF-91AD-B41CB0F8A445}"/>
              </a:ext>
            </a:extLst>
          </p:cNvPr>
          <p:cNvCxnSpPr>
            <a:cxnSpLocks/>
            <a:stCxn id="180" idx="3"/>
            <a:endCxn id="178" idx="1"/>
          </p:cNvCxnSpPr>
          <p:nvPr/>
        </p:nvCxnSpPr>
        <p:spPr>
          <a:xfrm>
            <a:off x="29757931" y="24227387"/>
            <a:ext cx="1485179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Прямоугольник 187">
            <a:extLst>
              <a:ext uri="{FF2B5EF4-FFF2-40B4-BE49-F238E27FC236}">
                <a16:creationId xmlns:a16="http://schemas.microsoft.com/office/drawing/2014/main" id="{E0CCD24B-F629-4273-A82D-5475C38FE00C}"/>
              </a:ext>
            </a:extLst>
          </p:cNvPr>
          <p:cNvSpPr/>
          <p:nvPr/>
        </p:nvSpPr>
        <p:spPr>
          <a:xfrm>
            <a:off x="28831606" y="24767387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SNCAO</a:t>
            </a:r>
            <a:r>
              <a:rPr lang="ru-RU" sz="700" dirty="0"/>
              <a:t> </a:t>
            </a:r>
            <a:r>
              <a:rPr lang="en-US" sz="700" dirty="0"/>
              <a:t>CAO.700</a:t>
            </a:r>
            <a:endParaRPr lang="ru-RU" sz="700" dirty="0"/>
          </a:p>
        </p:txBody>
      </p:sp>
      <p:cxnSp>
        <p:nvCxnSpPr>
          <p:cNvPr id="190" name="Прямая со стрелкой 189">
            <a:extLst>
              <a:ext uri="{FF2B5EF4-FFF2-40B4-BE49-F238E27FC236}">
                <a16:creationId xmlns:a16="http://schemas.microsoft.com/office/drawing/2014/main" id="{BE592C08-1331-4332-B2A2-1C448673784D}"/>
              </a:ext>
            </a:extLst>
          </p:cNvPr>
          <p:cNvCxnSpPr>
            <a:cxnSpLocks/>
            <a:stCxn id="180" idx="2"/>
            <a:endCxn id="188" idx="0"/>
          </p:cNvCxnSpPr>
          <p:nvPr/>
        </p:nvCxnSpPr>
        <p:spPr>
          <a:xfrm>
            <a:off x="29294769" y="24497387"/>
            <a:ext cx="0" cy="2700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Прямоугольник 190">
            <a:extLst>
              <a:ext uri="{FF2B5EF4-FFF2-40B4-BE49-F238E27FC236}">
                <a16:creationId xmlns:a16="http://schemas.microsoft.com/office/drawing/2014/main" id="{17F213D4-FCAE-4C06-8010-20F0938F3B83}"/>
              </a:ext>
            </a:extLst>
          </p:cNvPr>
          <p:cNvSpPr/>
          <p:nvPr/>
        </p:nvSpPr>
        <p:spPr>
          <a:xfrm>
            <a:off x="32457091" y="21470830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Национальное общество авиационного строительства Юго-Запада</a:t>
            </a:r>
          </a:p>
        </p:txBody>
      </p:sp>
      <p:sp>
        <p:nvSpPr>
          <p:cNvPr id="193" name="Прямоугольник 192">
            <a:extLst>
              <a:ext uri="{FF2B5EF4-FFF2-40B4-BE49-F238E27FC236}">
                <a16:creationId xmlns:a16="http://schemas.microsoft.com/office/drawing/2014/main" id="{05020E2F-19F1-49AA-BA0E-49651108EE91}"/>
              </a:ext>
            </a:extLst>
          </p:cNvPr>
          <p:cNvSpPr/>
          <p:nvPr/>
        </p:nvSpPr>
        <p:spPr>
          <a:xfrm>
            <a:off x="31855672" y="23151943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SO.6000 Triton</a:t>
            </a:r>
            <a:endParaRPr lang="ru-RU" sz="700" dirty="0"/>
          </a:p>
        </p:txBody>
      </p:sp>
      <p:sp>
        <p:nvSpPr>
          <p:cNvPr id="194" name="Прямоугольник 193">
            <a:extLst>
              <a:ext uri="{FF2B5EF4-FFF2-40B4-BE49-F238E27FC236}">
                <a16:creationId xmlns:a16="http://schemas.microsoft.com/office/drawing/2014/main" id="{CDE4ABE1-1493-4AF9-A2B7-55340CDD3B51}"/>
              </a:ext>
            </a:extLst>
          </p:cNvPr>
          <p:cNvSpPr/>
          <p:nvPr/>
        </p:nvSpPr>
        <p:spPr>
          <a:xfrm>
            <a:off x="33063342" y="22341944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Bloch MB.131</a:t>
            </a:r>
            <a:endParaRPr lang="ru-RU" sz="700" dirty="0"/>
          </a:p>
        </p:txBody>
      </p:sp>
      <p:sp>
        <p:nvSpPr>
          <p:cNvPr id="200" name="Прямоугольник 199">
            <a:extLst>
              <a:ext uri="{FF2B5EF4-FFF2-40B4-BE49-F238E27FC236}">
                <a16:creationId xmlns:a16="http://schemas.microsoft.com/office/drawing/2014/main" id="{6C4559BF-CDD3-46B9-B15D-18CD9622E8D1}"/>
              </a:ext>
            </a:extLst>
          </p:cNvPr>
          <p:cNvSpPr/>
          <p:nvPr/>
        </p:nvSpPr>
        <p:spPr>
          <a:xfrm>
            <a:off x="32457091" y="20613442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II </a:t>
            </a:r>
            <a:r>
              <a:rPr lang="ru-RU" sz="700" dirty="0"/>
              <a:t>Пятилетний план перевооружения ВВС</a:t>
            </a:r>
          </a:p>
        </p:txBody>
      </p:sp>
      <p:sp>
        <p:nvSpPr>
          <p:cNvPr id="207" name="Прямоугольник 206">
            <a:extLst>
              <a:ext uri="{FF2B5EF4-FFF2-40B4-BE49-F238E27FC236}">
                <a16:creationId xmlns:a16="http://schemas.microsoft.com/office/drawing/2014/main" id="{4FCEE065-6760-4748-80A0-BED0D18152FD}"/>
              </a:ext>
            </a:extLst>
          </p:cNvPr>
          <p:cNvSpPr/>
          <p:nvPr/>
        </p:nvSpPr>
        <p:spPr>
          <a:xfrm>
            <a:off x="31855671" y="22341944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Bloch MB.1</a:t>
            </a:r>
            <a:r>
              <a:rPr lang="ru-RU" sz="700" dirty="0"/>
              <a:t>7</a:t>
            </a:r>
            <a:r>
              <a:rPr lang="en-US" sz="700" dirty="0"/>
              <a:t>4</a:t>
            </a:r>
            <a:endParaRPr lang="ru-RU" sz="700" dirty="0"/>
          </a:p>
        </p:txBody>
      </p:sp>
      <p:cxnSp>
        <p:nvCxnSpPr>
          <p:cNvPr id="208" name="Соединительная линия уступом 620">
            <a:extLst>
              <a:ext uri="{FF2B5EF4-FFF2-40B4-BE49-F238E27FC236}">
                <a16:creationId xmlns:a16="http://schemas.microsoft.com/office/drawing/2014/main" id="{083B2777-E5A5-4F5D-92D0-056CC1FC43AE}"/>
              </a:ext>
            </a:extLst>
          </p:cNvPr>
          <p:cNvCxnSpPr>
            <a:cxnSpLocks/>
            <a:stCxn id="191" idx="2"/>
            <a:endCxn id="194" idx="0"/>
          </p:cNvCxnSpPr>
          <p:nvPr/>
        </p:nvCxnSpPr>
        <p:spPr>
          <a:xfrm rot="16200000" flipH="1">
            <a:off x="33057822" y="21873261"/>
            <a:ext cx="331114" cy="60625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Прямая со стрелкой 208">
            <a:extLst>
              <a:ext uri="{FF2B5EF4-FFF2-40B4-BE49-F238E27FC236}">
                <a16:creationId xmlns:a16="http://schemas.microsoft.com/office/drawing/2014/main" id="{C08D00B8-C9CA-4311-9218-932FE543869C}"/>
              </a:ext>
            </a:extLst>
          </p:cNvPr>
          <p:cNvCxnSpPr>
            <a:cxnSpLocks/>
            <a:stCxn id="207" idx="2"/>
            <a:endCxn id="193" idx="0"/>
          </p:cNvCxnSpPr>
          <p:nvPr/>
        </p:nvCxnSpPr>
        <p:spPr>
          <a:xfrm>
            <a:off x="32318834" y="22881944"/>
            <a:ext cx="1" cy="26999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Прямоугольник 210">
            <a:extLst>
              <a:ext uri="{FF2B5EF4-FFF2-40B4-BE49-F238E27FC236}">
                <a16:creationId xmlns:a16="http://schemas.microsoft.com/office/drawing/2014/main" id="{86EADAC6-4B49-480F-A0A5-BA3D8A0E3252}"/>
              </a:ext>
            </a:extLst>
          </p:cNvPr>
          <p:cNvSpPr/>
          <p:nvPr/>
        </p:nvSpPr>
        <p:spPr>
          <a:xfrm>
            <a:off x="33062265" y="23151943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Bloch MB.1</a:t>
            </a:r>
            <a:r>
              <a:rPr lang="ru-RU" sz="700" dirty="0"/>
              <a:t>75 и </a:t>
            </a:r>
            <a:r>
              <a:rPr lang="en-US" sz="700" dirty="0"/>
              <a:t>MBT.1</a:t>
            </a:r>
            <a:r>
              <a:rPr lang="ru-RU" sz="700" dirty="0"/>
              <a:t>75</a:t>
            </a:r>
            <a:endParaRPr lang="ru-RU" sz="100" dirty="0"/>
          </a:p>
        </p:txBody>
      </p:sp>
      <p:cxnSp>
        <p:nvCxnSpPr>
          <p:cNvPr id="212" name="Соединительная линия уступом 620">
            <a:extLst>
              <a:ext uri="{FF2B5EF4-FFF2-40B4-BE49-F238E27FC236}">
                <a16:creationId xmlns:a16="http://schemas.microsoft.com/office/drawing/2014/main" id="{88BA6D11-07A6-4FCC-86AD-E726ABDC889B}"/>
              </a:ext>
            </a:extLst>
          </p:cNvPr>
          <p:cNvCxnSpPr>
            <a:cxnSpLocks/>
            <a:stCxn id="207" idx="2"/>
            <a:endCxn id="211" idx="0"/>
          </p:cNvCxnSpPr>
          <p:nvPr/>
        </p:nvCxnSpPr>
        <p:spPr>
          <a:xfrm rot="16200000" flipH="1">
            <a:off x="32787132" y="22413646"/>
            <a:ext cx="269999" cy="120659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Прямая соединительная линия 213">
            <a:extLst>
              <a:ext uri="{FF2B5EF4-FFF2-40B4-BE49-F238E27FC236}">
                <a16:creationId xmlns:a16="http://schemas.microsoft.com/office/drawing/2014/main" id="{909CB948-26FC-4A9B-9155-C2FC263A06B3}"/>
              </a:ext>
            </a:extLst>
          </p:cNvPr>
          <p:cNvCxnSpPr>
            <a:cxnSpLocks/>
            <a:stCxn id="178" idx="3"/>
            <a:endCxn id="244" idx="1"/>
          </p:cNvCxnSpPr>
          <p:nvPr/>
        </p:nvCxnSpPr>
        <p:spPr>
          <a:xfrm>
            <a:off x="32169435" y="24227387"/>
            <a:ext cx="150477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Прямоугольник 243">
            <a:extLst>
              <a:ext uri="{FF2B5EF4-FFF2-40B4-BE49-F238E27FC236}">
                <a16:creationId xmlns:a16="http://schemas.microsoft.com/office/drawing/2014/main" id="{0DA67A8C-16F9-450B-B1E6-512F13280F03}"/>
              </a:ext>
            </a:extLst>
          </p:cNvPr>
          <p:cNvSpPr/>
          <p:nvPr/>
        </p:nvSpPr>
        <p:spPr>
          <a:xfrm>
            <a:off x="33674213" y="23957387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Bloch MB.13</a:t>
            </a:r>
            <a:r>
              <a:rPr lang="ru-RU" sz="700" dirty="0"/>
              <a:t>5</a:t>
            </a:r>
          </a:p>
        </p:txBody>
      </p:sp>
      <p:cxnSp>
        <p:nvCxnSpPr>
          <p:cNvPr id="248" name="Соединительная линия уступом 620">
            <a:extLst>
              <a:ext uri="{FF2B5EF4-FFF2-40B4-BE49-F238E27FC236}">
                <a16:creationId xmlns:a16="http://schemas.microsoft.com/office/drawing/2014/main" id="{8EA879E1-220E-416B-AFCD-1005065F6FF4}"/>
              </a:ext>
            </a:extLst>
          </p:cNvPr>
          <p:cNvCxnSpPr>
            <a:cxnSpLocks/>
            <a:stCxn id="194" idx="2"/>
            <a:endCxn id="211" idx="0"/>
          </p:cNvCxnSpPr>
          <p:nvPr/>
        </p:nvCxnSpPr>
        <p:spPr>
          <a:xfrm rot="5400000">
            <a:off x="33390968" y="23016405"/>
            <a:ext cx="269999" cy="107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Прямоугольник 255">
            <a:extLst>
              <a:ext uri="{FF2B5EF4-FFF2-40B4-BE49-F238E27FC236}">
                <a16:creationId xmlns:a16="http://schemas.microsoft.com/office/drawing/2014/main" id="{B6410F04-8A8E-49D5-AF7D-DA42079AF81E}"/>
              </a:ext>
            </a:extLst>
          </p:cNvPr>
          <p:cNvSpPr/>
          <p:nvPr/>
        </p:nvSpPr>
        <p:spPr>
          <a:xfrm>
            <a:off x="34267594" y="22341944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Национальное общество авиационного строительства центра</a:t>
            </a:r>
          </a:p>
        </p:txBody>
      </p:sp>
      <p:cxnSp>
        <p:nvCxnSpPr>
          <p:cNvPr id="260" name="Соединительная линия уступом 620">
            <a:extLst>
              <a:ext uri="{FF2B5EF4-FFF2-40B4-BE49-F238E27FC236}">
                <a16:creationId xmlns:a16="http://schemas.microsoft.com/office/drawing/2014/main" id="{BF173AC4-8D0F-41B6-BD88-C56DB2778E68}"/>
              </a:ext>
            </a:extLst>
          </p:cNvPr>
          <p:cNvCxnSpPr>
            <a:cxnSpLocks/>
            <a:stCxn id="200" idx="2"/>
            <a:endCxn id="256" idx="0"/>
          </p:cNvCxnSpPr>
          <p:nvPr/>
        </p:nvCxnSpPr>
        <p:spPr>
          <a:xfrm rot="16200000" flipH="1">
            <a:off x="33231254" y="20842441"/>
            <a:ext cx="1188502" cy="1810503"/>
          </a:xfrm>
          <a:prstGeom prst="bentConnector3">
            <a:avLst>
              <a:gd name="adj1" fmla="val 13134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2" name="Прямоугольник 261">
            <a:extLst>
              <a:ext uri="{FF2B5EF4-FFF2-40B4-BE49-F238E27FC236}">
                <a16:creationId xmlns:a16="http://schemas.microsoft.com/office/drawing/2014/main" id="{7846161C-4549-4456-8D59-F70C9AFD354B}"/>
              </a:ext>
            </a:extLst>
          </p:cNvPr>
          <p:cNvSpPr/>
          <p:nvPr/>
        </p:nvSpPr>
        <p:spPr>
          <a:xfrm>
            <a:off x="34267593" y="23151943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Разработка гидросамолётов</a:t>
            </a:r>
          </a:p>
        </p:txBody>
      </p:sp>
      <p:cxnSp>
        <p:nvCxnSpPr>
          <p:cNvPr id="263" name="Прямая со стрелкой 262">
            <a:extLst>
              <a:ext uri="{FF2B5EF4-FFF2-40B4-BE49-F238E27FC236}">
                <a16:creationId xmlns:a16="http://schemas.microsoft.com/office/drawing/2014/main" id="{12895444-1BD0-4C84-B7A3-3F2B4DB4733D}"/>
              </a:ext>
            </a:extLst>
          </p:cNvPr>
          <p:cNvCxnSpPr>
            <a:cxnSpLocks/>
            <a:stCxn id="256" idx="2"/>
            <a:endCxn id="262" idx="0"/>
          </p:cNvCxnSpPr>
          <p:nvPr/>
        </p:nvCxnSpPr>
        <p:spPr>
          <a:xfrm flipH="1">
            <a:off x="34730756" y="22881944"/>
            <a:ext cx="1" cy="26999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6" name="Соединительная линия уступом 620">
            <a:extLst>
              <a:ext uri="{FF2B5EF4-FFF2-40B4-BE49-F238E27FC236}">
                <a16:creationId xmlns:a16="http://schemas.microsoft.com/office/drawing/2014/main" id="{559C9555-B98A-4E9E-AA9E-B2F990E28B3F}"/>
              </a:ext>
            </a:extLst>
          </p:cNvPr>
          <p:cNvCxnSpPr>
            <a:cxnSpLocks/>
            <a:stCxn id="191" idx="2"/>
            <a:endCxn id="207" idx="0"/>
          </p:cNvCxnSpPr>
          <p:nvPr/>
        </p:nvCxnSpPr>
        <p:spPr>
          <a:xfrm rot="5400000">
            <a:off x="32453987" y="21875677"/>
            <a:ext cx="331114" cy="601420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Соединительная линия уступом 620">
            <a:extLst>
              <a:ext uri="{FF2B5EF4-FFF2-40B4-BE49-F238E27FC236}">
                <a16:creationId xmlns:a16="http://schemas.microsoft.com/office/drawing/2014/main" id="{22DFC12D-2D98-4770-A6C9-704934C36E88}"/>
              </a:ext>
            </a:extLst>
          </p:cNvPr>
          <p:cNvCxnSpPr>
            <a:cxnSpLocks/>
            <a:stCxn id="194" idx="2"/>
            <a:endCxn id="244" idx="0"/>
          </p:cNvCxnSpPr>
          <p:nvPr/>
        </p:nvCxnSpPr>
        <p:spPr>
          <a:xfrm rot="16200000" flipH="1">
            <a:off x="33294219" y="23114229"/>
            <a:ext cx="1075443" cy="610871"/>
          </a:xfrm>
          <a:prstGeom prst="bentConnector3">
            <a:avLst>
              <a:gd name="adj1" fmla="val 12563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Соединительная линия уступом 620">
            <a:extLst>
              <a:ext uri="{FF2B5EF4-FFF2-40B4-BE49-F238E27FC236}">
                <a16:creationId xmlns:a16="http://schemas.microsoft.com/office/drawing/2014/main" id="{6EE3C7BC-BECB-465C-A5BC-65512BE7D5AC}"/>
              </a:ext>
            </a:extLst>
          </p:cNvPr>
          <p:cNvCxnSpPr>
            <a:cxnSpLocks/>
            <a:stCxn id="158" idx="2"/>
            <a:endCxn id="178" idx="0"/>
          </p:cNvCxnSpPr>
          <p:nvPr/>
        </p:nvCxnSpPr>
        <p:spPr>
          <a:xfrm rot="16200000" flipH="1">
            <a:off x="30871536" y="23122649"/>
            <a:ext cx="1075443" cy="594032"/>
          </a:xfrm>
          <a:prstGeom prst="bentConnector3">
            <a:avLst>
              <a:gd name="adj1" fmla="val 13042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3" name="Соединительная линия уступом 620">
            <a:extLst>
              <a:ext uri="{FF2B5EF4-FFF2-40B4-BE49-F238E27FC236}">
                <a16:creationId xmlns:a16="http://schemas.microsoft.com/office/drawing/2014/main" id="{10F2FFE8-DB5F-4C88-8FDD-486A2DD41810}"/>
              </a:ext>
            </a:extLst>
          </p:cNvPr>
          <p:cNvCxnSpPr>
            <a:cxnSpLocks/>
            <a:stCxn id="200" idx="2"/>
            <a:endCxn id="162" idx="0"/>
          </p:cNvCxnSpPr>
          <p:nvPr/>
        </p:nvCxnSpPr>
        <p:spPr>
          <a:xfrm rot="5400000">
            <a:off x="31854876" y="20410806"/>
            <a:ext cx="322743" cy="180801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0" name="Прямоугольник 319">
            <a:extLst>
              <a:ext uri="{FF2B5EF4-FFF2-40B4-BE49-F238E27FC236}">
                <a16:creationId xmlns:a16="http://schemas.microsoft.com/office/drawing/2014/main" id="{CA0C0CF9-0002-4433-802E-CF59A50CE88F}"/>
              </a:ext>
            </a:extLst>
          </p:cNvPr>
          <p:cNvSpPr/>
          <p:nvPr/>
        </p:nvSpPr>
        <p:spPr>
          <a:xfrm>
            <a:off x="33669328" y="21469878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Техническо-промышленное воздушное управление</a:t>
            </a:r>
          </a:p>
        </p:txBody>
      </p:sp>
      <p:cxnSp>
        <p:nvCxnSpPr>
          <p:cNvPr id="321" name="Соединительная линия уступом 620">
            <a:extLst>
              <a:ext uri="{FF2B5EF4-FFF2-40B4-BE49-F238E27FC236}">
                <a16:creationId xmlns:a16="http://schemas.microsoft.com/office/drawing/2014/main" id="{EB0A401C-7A7D-421F-A05D-B635997C2119}"/>
              </a:ext>
            </a:extLst>
          </p:cNvPr>
          <p:cNvCxnSpPr>
            <a:cxnSpLocks/>
            <a:stCxn id="200" idx="2"/>
            <a:endCxn id="320" idx="0"/>
          </p:cNvCxnSpPr>
          <p:nvPr/>
        </p:nvCxnSpPr>
        <p:spPr>
          <a:xfrm rot="16200000" flipH="1">
            <a:off x="33368154" y="20705541"/>
            <a:ext cx="316436" cy="121223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Прямоугольник 323">
            <a:extLst>
              <a:ext uri="{FF2B5EF4-FFF2-40B4-BE49-F238E27FC236}">
                <a16:creationId xmlns:a16="http://schemas.microsoft.com/office/drawing/2014/main" id="{96F4F385-E3D7-4DD7-971A-0CC40E0A2826}"/>
              </a:ext>
            </a:extLst>
          </p:cNvPr>
          <p:cNvSpPr/>
          <p:nvPr/>
        </p:nvSpPr>
        <p:spPr>
          <a:xfrm>
            <a:off x="34876999" y="21469878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Парашютное подразделение ВВС</a:t>
            </a:r>
          </a:p>
        </p:txBody>
      </p:sp>
      <p:sp>
        <p:nvSpPr>
          <p:cNvPr id="326" name="Прямоугольник 325">
            <a:extLst>
              <a:ext uri="{FF2B5EF4-FFF2-40B4-BE49-F238E27FC236}">
                <a16:creationId xmlns:a16="http://schemas.microsoft.com/office/drawing/2014/main" id="{720805E0-8653-4B0F-9CFF-04D400C99915}"/>
              </a:ext>
            </a:extLst>
          </p:cNvPr>
          <p:cNvSpPr/>
          <p:nvPr/>
        </p:nvSpPr>
        <p:spPr>
          <a:xfrm>
            <a:off x="35474189" y="22341943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 err="1"/>
              <a:t>Радиобарьерная</a:t>
            </a:r>
            <a:r>
              <a:rPr lang="ru-RU" sz="700" dirty="0"/>
              <a:t> защита авиации</a:t>
            </a:r>
          </a:p>
        </p:txBody>
      </p:sp>
      <p:sp>
        <p:nvSpPr>
          <p:cNvPr id="327" name="Прямоугольник 326">
            <a:extLst>
              <a:ext uri="{FF2B5EF4-FFF2-40B4-BE49-F238E27FC236}">
                <a16:creationId xmlns:a16="http://schemas.microsoft.com/office/drawing/2014/main" id="{91798DB4-C729-4E81-A617-91306F433911}"/>
              </a:ext>
            </a:extLst>
          </p:cNvPr>
          <p:cNvSpPr/>
          <p:nvPr/>
        </p:nvSpPr>
        <p:spPr>
          <a:xfrm>
            <a:off x="36687346" y="22336292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Центр охотничьего обучения</a:t>
            </a:r>
          </a:p>
        </p:txBody>
      </p:sp>
      <p:sp>
        <p:nvSpPr>
          <p:cNvPr id="328" name="Прямоугольник 327">
            <a:extLst>
              <a:ext uri="{FF2B5EF4-FFF2-40B4-BE49-F238E27FC236}">
                <a16:creationId xmlns:a16="http://schemas.microsoft.com/office/drawing/2014/main" id="{F17E793F-78CB-4618-8818-C09DBCF60059}"/>
              </a:ext>
            </a:extLst>
          </p:cNvPr>
          <p:cNvSpPr/>
          <p:nvPr/>
        </p:nvSpPr>
        <p:spPr>
          <a:xfrm>
            <a:off x="36081252" y="21469878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Разделить командование ВВС</a:t>
            </a:r>
          </a:p>
        </p:txBody>
      </p:sp>
      <p:sp>
        <p:nvSpPr>
          <p:cNvPr id="329" name="Прямоугольник 328">
            <a:extLst>
              <a:ext uri="{FF2B5EF4-FFF2-40B4-BE49-F238E27FC236}">
                <a16:creationId xmlns:a16="http://schemas.microsoft.com/office/drawing/2014/main" id="{D612CE74-327B-4FC1-B98C-4857581A5634}"/>
              </a:ext>
            </a:extLst>
          </p:cNvPr>
          <p:cNvSpPr/>
          <p:nvPr/>
        </p:nvSpPr>
        <p:spPr>
          <a:xfrm>
            <a:off x="36081252" y="23151943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Подчинить ВВС армии</a:t>
            </a:r>
          </a:p>
        </p:txBody>
      </p:sp>
      <p:cxnSp>
        <p:nvCxnSpPr>
          <p:cNvPr id="330" name="Соединительная линия уступом 620">
            <a:extLst>
              <a:ext uri="{FF2B5EF4-FFF2-40B4-BE49-F238E27FC236}">
                <a16:creationId xmlns:a16="http://schemas.microsoft.com/office/drawing/2014/main" id="{CCE83277-92D1-46C7-9E4A-5C6ECDAC9096}"/>
              </a:ext>
            </a:extLst>
          </p:cNvPr>
          <p:cNvCxnSpPr>
            <a:cxnSpLocks/>
            <a:stCxn id="200" idx="2"/>
            <a:endCxn id="324" idx="0"/>
          </p:cNvCxnSpPr>
          <p:nvPr/>
        </p:nvCxnSpPr>
        <p:spPr>
          <a:xfrm rot="16200000" flipH="1">
            <a:off x="33971990" y="20101706"/>
            <a:ext cx="316436" cy="241990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Соединительная линия уступом 620">
            <a:extLst>
              <a:ext uri="{FF2B5EF4-FFF2-40B4-BE49-F238E27FC236}">
                <a16:creationId xmlns:a16="http://schemas.microsoft.com/office/drawing/2014/main" id="{47FEB69D-9677-4B55-9DA8-AA25E318BE82}"/>
              </a:ext>
            </a:extLst>
          </p:cNvPr>
          <p:cNvCxnSpPr>
            <a:cxnSpLocks/>
            <a:stCxn id="200" idx="2"/>
            <a:endCxn id="328" idx="0"/>
          </p:cNvCxnSpPr>
          <p:nvPr/>
        </p:nvCxnSpPr>
        <p:spPr>
          <a:xfrm rot="16200000" flipH="1">
            <a:off x="34574116" y="19499579"/>
            <a:ext cx="316436" cy="362416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Соединительная линия уступом 620">
            <a:extLst>
              <a:ext uri="{FF2B5EF4-FFF2-40B4-BE49-F238E27FC236}">
                <a16:creationId xmlns:a16="http://schemas.microsoft.com/office/drawing/2014/main" id="{798941A6-B3F7-4BB9-9C19-81AC1AA0ADA8}"/>
              </a:ext>
            </a:extLst>
          </p:cNvPr>
          <p:cNvCxnSpPr>
            <a:cxnSpLocks/>
            <a:stCxn id="328" idx="2"/>
            <a:endCxn id="326" idx="0"/>
          </p:cNvCxnSpPr>
          <p:nvPr/>
        </p:nvCxnSpPr>
        <p:spPr>
          <a:xfrm rot="5400000">
            <a:off x="36074852" y="21872379"/>
            <a:ext cx="332065" cy="607063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Соединительная линия уступом 620">
            <a:extLst>
              <a:ext uri="{FF2B5EF4-FFF2-40B4-BE49-F238E27FC236}">
                <a16:creationId xmlns:a16="http://schemas.microsoft.com/office/drawing/2014/main" id="{B3C8B169-0E5B-4F38-BFF4-6D7FD67521E5}"/>
              </a:ext>
            </a:extLst>
          </p:cNvPr>
          <p:cNvCxnSpPr>
            <a:cxnSpLocks/>
            <a:stCxn id="328" idx="2"/>
            <a:endCxn id="327" idx="0"/>
          </p:cNvCxnSpPr>
          <p:nvPr/>
        </p:nvCxnSpPr>
        <p:spPr>
          <a:xfrm rot="16200000" flipH="1">
            <a:off x="36684255" y="21870038"/>
            <a:ext cx="326414" cy="60609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Прямая со стрелкой 342">
            <a:extLst>
              <a:ext uri="{FF2B5EF4-FFF2-40B4-BE49-F238E27FC236}">
                <a16:creationId xmlns:a16="http://schemas.microsoft.com/office/drawing/2014/main" id="{CBEC53BA-12CB-4F7E-9D49-8A07504E55DE}"/>
              </a:ext>
            </a:extLst>
          </p:cNvPr>
          <p:cNvCxnSpPr>
            <a:cxnSpLocks/>
            <a:stCxn id="328" idx="2"/>
            <a:endCxn id="329" idx="0"/>
          </p:cNvCxnSpPr>
          <p:nvPr/>
        </p:nvCxnSpPr>
        <p:spPr>
          <a:xfrm>
            <a:off x="36544415" y="22009878"/>
            <a:ext cx="0" cy="114206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Соединительная линия уступом 595">
            <a:extLst>
              <a:ext uri="{FF2B5EF4-FFF2-40B4-BE49-F238E27FC236}">
                <a16:creationId xmlns:a16="http://schemas.microsoft.com/office/drawing/2014/main" id="{8EAA2206-3465-466B-BAB8-FD3F3860C282}"/>
              </a:ext>
            </a:extLst>
          </p:cNvPr>
          <p:cNvCxnSpPr>
            <a:cxnSpLocks/>
            <a:stCxn id="135" idx="2"/>
            <a:endCxn id="168" idx="0"/>
          </p:cNvCxnSpPr>
          <p:nvPr/>
        </p:nvCxnSpPr>
        <p:spPr>
          <a:xfrm rot="16200000" flipH="1">
            <a:off x="20504983" y="4358471"/>
            <a:ext cx="251236" cy="1713507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Соединительная линия уступом 595">
            <a:extLst>
              <a:ext uri="{FF2B5EF4-FFF2-40B4-BE49-F238E27FC236}">
                <a16:creationId xmlns:a16="http://schemas.microsoft.com/office/drawing/2014/main" id="{173876A5-C85E-43FD-A9C8-A875B6AFD88D}"/>
              </a:ext>
            </a:extLst>
          </p:cNvPr>
          <p:cNvCxnSpPr>
            <a:cxnSpLocks/>
            <a:stCxn id="133" idx="2"/>
            <a:endCxn id="168" idx="0"/>
          </p:cNvCxnSpPr>
          <p:nvPr/>
        </p:nvCxnSpPr>
        <p:spPr>
          <a:xfrm rot="5400000">
            <a:off x="22252364" y="4323128"/>
            <a:ext cx="252706" cy="1782724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6" name="Прямоугольник 215">
            <a:extLst>
              <a:ext uri="{FF2B5EF4-FFF2-40B4-BE49-F238E27FC236}">
                <a16:creationId xmlns:a16="http://schemas.microsoft.com/office/drawing/2014/main" id="{EC4E2EA1-117A-4D8B-AE9F-BBBCBE9E1B03}"/>
              </a:ext>
            </a:extLst>
          </p:cNvPr>
          <p:cNvSpPr/>
          <p:nvPr/>
        </p:nvSpPr>
        <p:spPr>
          <a:xfrm>
            <a:off x="20595216" y="19079209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Реформировать статус банка Франции</a:t>
            </a:r>
          </a:p>
        </p:txBody>
      </p:sp>
      <p:cxnSp>
        <p:nvCxnSpPr>
          <p:cNvPr id="220" name="Соединительная линия уступом 620">
            <a:extLst>
              <a:ext uri="{FF2B5EF4-FFF2-40B4-BE49-F238E27FC236}">
                <a16:creationId xmlns:a16="http://schemas.microsoft.com/office/drawing/2014/main" id="{44F8F0F8-DC35-4465-B48B-7204DEE62B8E}"/>
              </a:ext>
            </a:extLst>
          </p:cNvPr>
          <p:cNvCxnSpPr>
            <a:cxnSpLocks/>
            <a:stCxn id="149" idx="2"/>
            <a:endCxn id="200" idx="0"/>
          </p:cNvCxnSpPr>
          <p:nvPr/>
        </p:nvCxnSpPr>
        <p:spPr>
          <a:xfrm rot="16200000" flipH="1">
            <a:off x="30078738" y="17771926"/>
            <a:ext cx="249742" cy="5433289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3" name="Прямоугольник 222">
            <a:extLst>
              <a:ext uri="{FF2B5EF4-FFF2-40B4-BE49-F238E27FC236}">
                <a16:creationId xmlns:a16="http://schemas.microsoft.com/office/drawing/2014/main" id="{1590114A-C424-44AA-A9FF-673C777BD6E4}"/>
              </a:ext>
            </a:extLst>
          </p:cNvPr>
          <p:cNvSpPr/>
          <p:nvPr/>
        </p:nvSpPr>
        <p:spPr>
          <a:xfrm>
            <a:off x="22981294" y="19825398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Электрификация сельской местности</a:t>
            </a:r>
          </a:p>
        </p:txBody>
      </p:sp>
      <p:sp>
        <p:nvSpPr>
          <p:cNvPr id="224" name="Прямоугольник 223">
            <a:extLst>
              <a:ext uri="{FF2B5EF4-FFF2-40B4-BE49-F238E27FC236}">
                <a16:creationId xmlns:a16="http://schemas.microsoft.com/office/drawing/2014/main" id="{E98C92F2-5DF7-4707-8603-0F5CF5DF49A2}"/>
              </a:ext>
            </a:extLst>
          </p:cNvPr>
          <p:cNvSpPr/>
          <p:nvPr/>
        </p:nvSpPr>
        <p:spPr>
          <a:xfrm>
            <a:off x="20594752" y="19821422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Новая девальвация франка</a:t>
            </a:r>
          </a:p>
        </p:txBody>
      </p:sp>
      <p:cxnSp>
        <p:nvCxnSpPr>
          <p:cNvPr id="225" name="Прямая со стрелкой 224">
            <a:extLst>
              <a:ext uri="{FF2B5EF4-FFF2-40B4-BE49-F238E27FC236}">
                <a16:creationId xmlns:a16="http://schemas.microsoft.com/office/drawing/2014/main" id="{ABC54E27-E3AE-4684-9362-57012E35F276}"/>
              </a:ext>
            </a:extLst>
          </p:cNvPr>
          <p:cNvCxnSpPr>
            <a:cxnSpLocks/>
            <a:stCxn id="144" idx="2"/>
            <a:endCxn id="216" idx="0"/>
          </p:cNvCxnSpPr>
          <p:nvPr/>
        </p:nvCxnSpPr>
        <p:spPr>
          <a:xfrm flipH="1">
            <a:off x="21058379" y="18871630"/>
            <a:ext cx="1" cy="20757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" name="Прямоугольник 226">
            <a:extLst>
              <a:ext uri="{FF2B5EF4-FFF2-40B4-BE49-F238E27FC236}">
                <a16:creationId xmlns:a16="http://schemas.microsoft.com/office/drawing/2014/main" id="{555F99DF-8304-43FD-97BA-F11BA0ED95EB}"/>
              </a:ext>
            </a:extLst>
          </p:cNvPr>
          <p:cNvSpPr/>
          <p:nvPr/>
        </p:nvSpPr>
        <p:spPr>
          <a:xfrm>
            <a:off x="20456751" y="6134236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Улучшение социального страхования</a:t>
            </a:r>
          </a:p>
        </p:txBody>
      </p:sp>
      <p:cxnSp>
        <p:nvCxnSpPr>
          <p:cNvPr id="231" name="Соединительная линия уступом 620">
            <a:extLst>
              <a:ext uri="{FF2B5EF4-FFF2-40B4-BE49-F238E27FC236}">
                <a16:creationId xmlns:a16="http://schemas.microsoft.com/office/drawing/2014/main" id="{53DA9BB3-D995-4982-BDAE-8B17B82C833D}"/>
              </a:ext>
            </a:extLst>
          </p:cNvPr>
          <p:cNvCxnSpPr>
            <a:cxnSpLocks/>
            <a:stCxn id="168" idx="2"/>
            <a:endCxn id="160" idx="0"/>
          </p:cNvCxnSpPr>
          <p:nvPr/>
        </p:nvCxnSpPr>
        <p:spPr>
          <a:xfrm rot="16200000" flipH="1">
            <a:off x="21645856" y="5722341"/>
            <a:ext cx="251235" cy="56823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4" name="Прямоугольник 233">
            <a:extLst>
              <a:ext uri="{FF2B5EF4-FFF2-40B4-BE49-F238E27FC236}">
                <a16:creationId xmlns:a16="http://schemas.microsoft.com/office/drawing/2014/main" id="{5D693696-C6F3-457E-AB62-2B0F6399E92D}"/>
              </a:ext>
            </a:extLst>
          </p:cNvPr>
          <p:cNvSpPr/>
          <p:nvPr/>
        </p:nvSpPr>
        <p:spPr>
          <a:xfrm>
            <a:off x="25888831" y="20614798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Увеличить военный бюджет</a:t>
            </a:r>
          </a:p>
        </p:txBody>
      </p:sp>
      <p:cxnSp>
        <p:nvCxnSpPr>
          <p:cNvPr id="237" name="Соединительная линия уступом 620">
            <a:extLst>
              <a:ext uri="{FF2B5EF4-FFF2-40B4-BE49-F238E27FC236}">
                <a16:creationId xmlns:a16="http://schemas.microsoft.com/office/drawing/2014/main" id="{813009A6-F1A8-4CAA-994F-931D4142E964}"/>
              </a:ext>
            </a:extLst>
          </p:cNvPr>
          <p:cNvCxnSpPr>
            <a:cxnSpLocks/>
            <a:stCxn id="216" idx="2"/>
            <a:endCxn id="223" idx="0"/>
          </p:cNvCxnSpPr>
          <p:nvPr/>
        </p:nvCxnSpPr>
        <p:spPr>
          <a:xfrm rot="16200000" flipH="1">
            <a:off x="22148324" y="18529264"/>
            <a:ext cx="206189" cy="238607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Прямая со стрелкой 237">
            <a:extLst>
              <a:ext uri="{FF2B5EF4-FFF2-40B4-BE49-F238E27FC236}">
                <a16:creationId xmlns:a16="http://schemas.microsoft.com/office/drawing/2014/main" id="{28F72D00-036B-4B3C-B6CB-67B9EF4E612B}"/>
              </a:ext>
            </a:extLst>
          </p:cNvPr>
          <p:cNvCxnSpPr>
            <a:cxnSpLocks/>
            <a:stCxn id="149" idx="2"/>
            <a:endCxn id="478" idx="0"/>
          </p:cNvCxnSpPr>
          <p:nvPr/>
        </p:nvCxnSpPr>
        <p:spPr>
          <a:xfrm>
            <a:off x="27486965" y="20363700"/>
            <a:ext cx="0" cy="25177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Соединительная линия уступом 620">
            <a:extLst>
              <a:ext uri="{FF2B5EF4-FFF2-40B4-BE49-F238E27FC236}">
                <a16:creationId xmlns:a16="http://schemas.microsoft.com/office/drawing/2014/main" id="{5FB45033-22A3-464E-A61E-A0375EB08490}"/>
              </a:ext>
            </a:extLst>
          </p:cNvPr>
          <p:cNvCxnSpPr>
            <a:cxnSpLocks/>
            <a:stCxn id="216" idx="2"/>
            <a:endCxn id="147" idx="0"/>
          </p:cNvCxnSpPr>
          <p:nvPr/>
        </p:nvCxnSpPr>
        <p:spPr>
          <a:xfrm rot="16200000" flipH="1">
            <a:off x="22733421" y="17944167"/>
            <a:ext cx="206189" cy="355627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Прямая со стрелкой 245">
            <a:extLst>
              <a:ext uri="{FF2B5EF4-FFF2-40B4-BE49-F238E27FC236}">
                <a16:creationId xmlns:a16="http://schemas.microsoft.com/office/drawing/2014/main" id="{11AA7185-EAAA-446A-B5EB-87101D984D0A}"/>
              </a:ext>
            </a:extLst>
          </p:cNvPr>
          <p:cNvCxnSpPr>
            <a:cxnSpLocks/>
            <a:stCxn id="216" idx="2"/>
            <a:endCxn id="224" idx="0"/>
          </p:cNvCxnSpPr>
          <p:nvPr/>
        </p:nvCxnSpPr>
        <p:spPr>
          <a:xfrm flipH="1">
            <a:off x="21057915" y="19619209"/>
            <a:ext cx="464" cy="20221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Прямоугольник 248">
            <a:extLst>
              <a:ext uri="{FF2B5EF4-FFF2-40B4-BE49-F238E27FC236}">
                <a16:creationId xmlns:a16="http://schemas.microsoft.com/office/drawing/2014/main" id="{33D27675-0678-415C-AC12-7AE062D4B76A}"/>
              </a:ext>
            </a:extLst>
          </p:cNvPr>
          <p:cNvSpPr/>
          <p:nvPr/>
        </p:nvSpPr>
        <p:spPr>
          <a:xfrm>
            <a:off x="20457397" y="6918066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0000"/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Подоходный налог</a:t>
            </a:r>
          </a:p>
        </p:txBody>
      </p:sp>
      <p:sp>
        <p:nvSpPr>
          <p:cNvPr id="250" name="Прямоугольник 249">
            <a:extLst>
              <a:ext uri="{FF2B5EF4-FFF2-40B4-BE49-F238E27FC236}">
                <a16:creationId xmlns:a16="http://schemas.microsoft.com/office/drawing/2014/main" id="{3009DF6E-FF7B-4AF7-BA37-F8170BCF61C9}"/>
              </a:ext>
            </a:extLst>
          </p:cNvPr>
          <p:cNvSpPr/>
          <p:nvPr/>
        </p:nvSpPr>
        <p:spPr>
          <a:xfrm>
            <a:off x="21037326" y="8499675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Создание смешанной гражданской промышленности</a:t>
            </a:r>
          </a:p>
        </p:txBody>
      </p:sp>
      <p:sp>
        <p:nvSpPr>
          <p:cNvPr id="252" name="Прямоугольник 251">
            <a:extLst>
              <a:ext uri="{FF2B5EF4-FFF2-40B4-BE49-F238E27FC236}">
                <a16:creationId xmlns:a16="http://schemas.microsoft.com/office/drawing/2014/main" id="{3C9AF61C-5E06-4FC2-842B-D421ABB130BD}"/>
              </a:ext>
            </a:extLst>
          </p:cNvPr>
          <p:cNvSpPr/>
          <p:nvPr/>
        </p:nvSpPr>
        <p:spPr>
          <a:xfrm>
            <a:off x="19315394" y="6910648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Реализация проекта Блюма-</a:t>
            </a:r>
            <a:r>
              <a:rPr lang="ru-RU" sz="700" dirty="0" err="1"/>
              <a:t>Виоллетта</a:t>
            </a:r>
            <a:endParaRPr lang="ru-RU" sz="700" dirty="0"/>
          </a:p>
        </p:txBody>
      </p:sp>
      <p:cxnSp>
        <p:nvCxnSpPr>
          <p:cNvPr id="253" name="Соединительная линия уступом 620">
            <a:extLst>
              <a:ext uri="{FF2B5EF4-FFF2-40B4-BE49-F238E27FC236}">
                <a16:creationId xmlns:a16="http://schemas.microsoft.com/office/drawing/2014/main" id="{E43BE068-AE37-403B-9ADE-190D9A3D8FC5}"/>
              </a:ext>
            </a:extLst>
          </p:cNvPr>
          <p:cNvCxnSpPr>
            <a:cxnSpLocks/>
            <a:stCxn id="216" idx="2"/>
            <a:endCxn id="161" idx="0"/>
          </p:cNvCxnSpPr>
          <p:nvPr/>
        </p:nvCxnSpPr>
        <p:spPr>
          <a:xfrm rot="16200000" flipH="1">
            <a:off x="21461191" y="19216397"/>
            <a:ext cx="1001441" cy="1807064"/>
          </a:xfrm>
          <a:prstGeom prst="bentConnector3">
            <a:avLst>
              <a:gd name="adj1" fmla="val 1015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Соединительная линия уступом 620">
            <a:extLst>
              <a:ext uri="{FF2B5EF4-FFF2-40B4-BE49-F238E27FC236}">
                <a16:creationId xmlns:a16="http://schemas.microsoft.com/office/drawing/2014/main" id="{3BEDD77B-0F12-4DE8-A893-A34BD167877F}"/>
              </a:ext>
            </a:extLst>
          </p:cNvPr>
          <p:cNvCxnSpPr>
            <a:cxnSpLocks/>
            <a:stCxn id="160" idx="2"/>
            <a:endCxn id="249" idx="0"/>
          </p:cNvCxnSpPr>
          <p:nvPr/>
        </p:nvCxnSpPr>
        <p:spPr>
          <a:xfrm rot="5400000">
            <a:off x="21365082" y="6227556"/>
            <a:ext cx="245988" cy="113503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Прямая со стрелкой 263">
            <a:extLst>
              <a:ext uri="{FF2B5EF4-FFF2-40B4-BE49-F238E27FC236}">
                <a16:creationId xmlns:a16="http://schemas.microsoft.com/office/drawing/2014/main" id="{2F937A09-D7FC-4990-BD01-051E6FE313B1}"/>
              </a:ext>
            </a:extLst>
          </p:cNvPr>
          <p:cNvCxnSpPr>
            <a:cxnSpLocks/>
            <a:stCxn id="227" idx="2"/>
            <a:endCxn id="249" idx="0"/>
          </p:cNvCxnSpPr>
          <p:nvPr/>
        </p:nvCxnSpPr>
        <p:spPr>
          <a:xfrm>
            <a:off x="20919914" y="6674236"/>
            <a:ext cx="646" cy="24383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5" name="Прямоугольник 264">
            <a:extLst>
              <a:ext uri="{FF2B5EF4-FFF2-40B4-BE49-F238E27FC236}">
                <a16:creationId xmlns:a16="http://schemas.microsoft.com/office/drawing/2014/main" id="{4D4836A3-E623-443C-B4EA-2016C2ECFAE3}"/>
              </a:ext>
            </a:extLst>
          </p:cNvPr>
          <p:cNvSpPr/>
          <p:nvPr/>
        </p:nvSpPr>
        <p:spPr>
          <a:xfrm>
            <a:off x="21593108" y="6915908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Налог на промышленное производство</a:t>
            </a:r>
          </a:p>
        </p:txBody>
      </p:sp>
      <p:cxnSp>
        <p:nvCxnSpPr>
          <p:cNvPr id="266" name="Прямая соединительная линия 265">
            <a:extLst>
              <a:ext uri="{FF2B5EF4-FFF2-40B4-BE49-F238E27FC236}">
                <a16:creationId xmlns:a16="http://schemas.microsoft.com/office/drawing/2014/main" id="{44B5E081-243A-48D6-86DC-56E5C9335793}"/>
              </a:ext>
            </a:extLst>
          </p:cNvPr>
          <p:cNvCxnSpPr>
            <a:cxnSpLocks/>
            <a:stCxn id="249" idx="3"/>
            <a:endCxn id="265" idx="1"/>
          </p:cNvCxnSpPr>
          <p:nvPr/>
        </p:nvCxnSpPr>
        <p:spPr>
          <a:xfrm flipV="1">
            <a:off x="21383722" y="7185908"/>
            <a:ext cx="209386" cy="2158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Соединительная линия уступом 620">
            <a:extLst>
              <a:ext uri="{FF2B5EF4-FFF2-40B4-BE49-F238E27FC236}">
                <a16:creationId xmlns:a16="http://schemas.microsoft.com/office/drawing/2014/main" id="{CD17FEC6-B52E-4424-B65B-2AE0178FA1AB}"/>
              </a:ext>
            </a:extLst>
          </p:cNvPr>
          <p:cNvCxnSpPr>
            <a:cxnSpLocks/>
            <a:stCxn id="227" idx="2"/>
            <a:endCxn id="265" idx="0"/>
          </p:cNvCxnSpPr>
          <p:nvPr/>
        </p:nvCxnSpPr>
        <p:spPr>
          <a:xfrm rot="16200000" flipH="1">
            <a:off x="21367256" y="6226893"/>
            <a:ext cx="241672" cy="113635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Прямая со стрелкой 271">
            <a:extLst>
              <a:ext uri="{FF2B5EF4-FFF2-40B4-BE49-F238E27FC236}">
                <a16:creationId xmlns:a16="http://schemas.microsoft.com/office/drawing/2014/main" id="{73981999-2EB5-414F-A69B-1695781956FF}"/>
              </a:ext>
            </a:extLst>
          </p:cNvPr>
          <p:cNvCxnSpPr>
            <a:cxnSpLocks/>
            <a:stCxn id="160" idx="2"/>
            <a:endCxn id="265" idx="0"/>
          </p:cNvCxnSpPr>
          <p:nvPr/>
        </p:nvCxnSpPr>
        <p:spPr>
          <a:xfrm>
            <a:off x="22055592" y="6672078"/>
            <a:ext cx="679" cy="24383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8" name="Прямоугольник 277">
            <a:extLst>
              <a:ext uri="{FF2B5EF4-FFF2-40B4-BE49-F238E27FC236}">
                <a16:creationId xmlns:a16="http://schemas.microsoft.com/office/drawing/2014/main" id="{92C76636-48D6-44DC-ABED-7AD4D2D28746}"/>
              </a:ext>
            </a:extLst>
          </p:cNvPr>
          <p:cNvSpPr/>
          <p:nvPr/>
        </p:nvSpPr>
        <p:spPr>
          <a:xfrm>
            <a:off x="21598179" y="7705359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Расширение прав женщин</a:t>
            </a:r>
          </a:p>
        </p:txBody>
      </p:sp>
      <p:sp>
        <p:nvSpPr>
          <p:cNvPr id="279" name="Прямоугольник 278">
            <a:extLst>
              <a:ext uri="{FF2B5EF4-FFF2-40B4-BE49-F238E27FC236}">
                <a16:creationId xmlns:a16="http://schemas.microsoft.com/office/drawing/2014/main" id="{E5B26514-EBBD-4F57-A477-A1CBAA5309B0}"/>
              </a:ext>
            </a:extLst>
          </p:cNvPr>
          <p:cNvSpPr/>
          <p:nvPr/>
        </p:nvSpPr>
        <p:spPr>
          <a:xfrm>
            <a:off x="20455449" y="7705360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Свобода слова и прессы</a:t>
            </a:r>
          </a:p>
        </p:txBody>
      </p:sp>
      <p:sp>
        <p:nvSpPr>
          <p:cNvPr id="280" name="Прямоугольник 279">
            <a:extLst>
              <a:ext uri="{FF2B5EF4-FFF2-40B4-BE49-F238E27FC236}">
                <a16:creationId xmlns:a16="http://schemas.microsoft.com/office/drawing/2014/main" id="{97A96FCF-5496-4ECE-A238-ED26D3FB9490}"/>
              </a:ext>
            </a:extLst>
          </p:cNvPr>
          <p:cNvSpPr/>
          <p:nvPr/>
        </p:nvSpPr>
        <p:spPr>
          <a:xfrm>
            <a:off x="19881172" y="9271282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Контроль за расточительством</a:t>
            </a:r>
          </a:p>
        </p:txBody>
      </p:sp>
      <p:sp>
        <p:nvSpPr>
          <p:cNvPr id="281" name="Прямоугольник 280">
            <a:extLst>
              <a:ext uri="{FF2B5EF4-FFF2-40B4-BE49-F238E27FC236}">
                <a16:creationId xmlns:a16="http://schemas.microsoft.com/office/drawing/2014/main" id="{8DD4B9CA-D3AD-4636-81C6-2DBED949000B}"/>
              </a:ext>
            </a:extLst>
          </p:cNvPr>
          <p:cNvSpPr/>
          <p:nvPr/>
        </p:nvSpPr>
        <p:spPr>
          <a:xfrm>
            <a:off x="21040755" y="9276483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rgbClr val="FF0000"/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Контроль над экспортом капиталов</a:t>
            </a:r>
          </a:p>
        </p:txBody>
      </p:sp>
      <p:cxnSp>
        <p:nvCxnSpPr>
          <p:cNvPr id="285" name="Соединительная линия уступом 620">
            <a:extLst>
              <a:ext uri="{FF2B5EF4-FFF2-40B4-BE49-F238E27FC236}">
                <a16:creationId xmlns:a16="http://schemas.microsoft.com/office/drawing/2014/main" id="{68B2952B-1DBA-4455-834F-24F5EFCC7423}"/>
              </a:ext>
            </a:extLst>
          </p:cNvPr>
          <p:cNvCxnSpPr>
            <a:cxnSpLocks/>
            <a:stCxn id="250" idx="2"/>
            <a:endCxn id="280" idx="0"/>
          </p:cNvCxnSpPr>
          <p:nvPr/>
        </p:nvCxnSpPr>
        <p:spPr>
          <a:xfrm rot="5400000">
            <a:off x="20806609" y="8577401"/>
            <a:ext cx="231607" cy="115615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Соединительная линия уступом 595">
            <a:extLst>
              <a:ext uri="{FF2B5EF4-FFF2-40B4-BE49-F238E27FC236}">
                <a16:creationId xmlns:a16="http://schemas.microsoft.com/office/drawing/2014/main" id="{B7D25730-5E19-44DA-B851-9033FDFAAEEC}"/>
              </a:ext>
            </a:extLst>
          </p:cNvPr>
          <p:cNvCxnSpPr>
            <a:cxnSpLocks/>
            <a:stCxn id="249" idx="2"/>
            <a:endCxn id="279" idx="0"/>
          </p:cNvCxnSpPr>
          <p:nvPr/>
        </p:nvCxnSpPr>
        <p:spPr>
          <a:xfrm rot="5400000">
            <a:off x="20795939" y="7580739"/>
            <a:ext cx="247294" cy="1948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Соединительная линия уступом 595">
            <a:extLst>
              <a:ext uri="{FF2B5EF4-FFF2-40B4-BE49-F238E27FC236}">
                <a16:creationId xmlns:a16="http://schemas.microsoft.com/office/drawing/2014/main" id="{C6A06640-9B5D-4342-A86C-EA3EA4C4935E}"/>
              </a:ext>
            </a:extLst>
          </p:cNvPr>
          <p:cNvCxnSpPr>
            <a:cxnSpLocks/>
            <a:stCxn id="249" idx="2"/>
            <a:endCxn id="278" idx="0"/>
          </p:cNvCxnSpPr>
          <p:nvPr/>
        </p:nvCxnSpPr>
        <p:spPr>
          <a:xfrm rot="16200000" flipH="1">
            <a:off x="21367305" y="7011321"/>
            <a:ext cx="247293" cy="1140782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7" name="Соединительная линия уступом 595">
            <a:extLst>
              <a:ext uri="{FF2B5EF4-FFF2-40B4-BE49-F238E27FC236}">
                <a16:creationId xmlns:a16="http://schemas.microsoft.com/office/drawing/2014/main" id="{259F59B6-6118-4458-A091-3C60FE9DFE72}"/>
              </a:ext>
            </a:extLst>
          </p:cNvPr>
          <p:cNvCxnSpPr>
            <a:cxnSpLocks/>
            <a:stCxn id="265" idx="2"/>
            <a:endCxn id="279" idx="0"/>
          </p:cNvCxnSpPr>
          <p:nvPr/>
        </p:nvCxnSpPr>
        <p:spPr>
          <a:xfrm rot="5400000">
            <a:off x="21362716" y="7011805"/>
            <a:ext cx="249452" cy="1137659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4" name="Соединительная линия уступом 595">
            <a:extLst>
              <a:ext uri="{FF2B5EF4-FFF2-40B4-BE49-F238E27FC236}">
                <a16:creationId xmlns:a16="http://schemas.microsoft.com/office/drawing/2014/main" id="{0BDD0030-20D8-4523-829F-08382943E825}"/>
              </a:ext>
            </a:extLst>
          </p:cNvPr>
          <p:cNvCxnSpPr>
            <a:cxnSpLocks/>
            <a:stCxn id="265" idx="2"/>
            <a:endCxn id="278" idx="0"/>
          </p:cNvCxnSpPr>
          <p:nvPr/>
        </p:nvCxnSpPr>
        <p:spPr>
          <a:xfrm rot="16200000" flipH="1">
            <a:off x="21934081" y="7578097"/>
            <a:ext cx="249451" cy="5071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6" name="Прямоугольник 305">
            <a:extLst>
              <a:ext uri="{FF2B5EF4-FFF2-40B4-BE49-F238E27FC236}">
                <a16:creationId xmlns:a16="http://schemas.microsoft.com/office/drawing/2014/main" id="{BDBF2897-5469-4B31-9D42-C9ACDD35F388}"/>
              </a:ext>
            </a:extLst>
          </p:cNvPr>
          <p:cNvSpPr/>
          <p:nvPr/>
        </p:nvSpPr>
        <p:spPr>
          <a:xfrm>
            <a:off x="17611974" y="6124704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Политика защиты мира</a:t>
            </a:r>
          </a:p>
        </p:txBody>
      </p:sp>
      <p:cxnSp>
        <p:nvCxnSpPr>
          <p:cNvPr id="307" name="Соединительная линия уступом 595">
            <a:extLst>
              <a:ext uri="{FF2B5EF4-FFF2-40B4-BE49-F238E27FC236}">
                <a16:creationId xmlns:a16="http://schemas.microsoft.com/office/drawing/2014/main" id="{A678C30B-4877-493A-8A7D-E3352768BE16}"/>
              </a:ext>
            </a:extLst>
          </p:cNvPr>
          <p:cNvCxnSpPr>
            <a:cxnSpLocks/>
            <a:stCxn id="155" idx="2"/>
            <a:endCxn id="306" idx="0"/>
          </p:cNvCxnSpPr>
          <p:nvPr/>
        </p:nvCxnSpPr>
        <p:spPr>
          <a:xfrm rot="5400000">
            <a:off x="18234180" y="5718309"/>
            <a:ext cx="247352" cy="565438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Соединительная линия уступом 595">
            <a:extLst>
              <a:ext uri="{FF2B5EF4-FFF2-40B4-BE49-F238E27FC236}">
                <a16:creationId xmlns:a16="http://schemas.microsoft.com/office/drawing/2014/main" id="{02D74443-29C6-44D0-BC66-05D0A16C6650}"/>
              </a:ext>
            </a:extLst>
          </p:cNvPr>
          <p:cNvCxnSpPr>
            <a:cxnSpLocks/>
            <a:stCxn id="156" idx="2"/>
            <a:endCxn id="306" idx="0"/>
          </p:cNvCxnSpPr>
          <p:nvPr/>
        </p:nvCxnSpPr>
        <p:spPr>
          <a:xfrm rot="16200000" flipH="1">
            <a:off x="17664521" y="5714087"/>
            <a:ext cx="248427" cy="572805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Прямоугольник 312">
            <a:extLst>
              <a:ext uri="{FF2B5EF4-FFF2-40B4-BE49-F238E27FC236}">
                <a16:creationId xmlns:a16="http://schemas.microsoft.com/office/drawing/2014/main" id="{A34FB569-9EC7-4AB2-A690-C9D0A7520542}"/>
              </a:ext>
            </a:extLst>
          </p:cNvPr>
          <p:cNvSpPr/>
          <p:nvPr/>
        </p:nvSpPr>
        <p:spPr>
          <a:xfrm>
            <a:off x="17044296" y="6908534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Обеспечение коллективной безопасности</a:t>
            </a:r>
          </a:p>
        </p:txBody>
      </p:sp>
      <p:sp>
        <p:nvSpPr>
          <p:cNvPr id="314" name="Прямоугольник 313">
            <a:extLst>
              <a:ext uri="{FF2B5EF4-FFF2-40B4-BE49-F238E27FC236}">
                <a16:creationId xmlns:a16="http://schemas.microsoft.com/office/drawing/2014/main" id="{14B04757-964C-40D0-BE22-39CFC1F2856A}"/>
              </a:ext>
            </a:extLst>
          </p:cNvPr>
          <p:cNvSpPr/>
          <p:nvPr/>
        </p:nvSpPr>
        <p:spPr>
          <a:xfrm>
            <a:off x="16486665" y="7706264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Женевская система пактов</a:t>
            </a:r>
          </a:p>
        </p:txBody>
      </p:sp>
      <p:cxnSp>
        <p:nvCxnSpPr>
          <p:cNvPr id="315" name="Соединительная линия уступом 620">
            <a:extLst>
              <a:ext uri="{FF2B5EF4-FFF2-40B4-BE49-F238E27FC236}">
                <a16:creationId xmlns:a16="http://schemas.microsoft.com/office/drawing/2014/main" id="{32F13879-52F5-4C51-9266-26EC03CC209B}"/>
              </a:ext>
            </a:extLst>
          </p:cNvPr>
          <p:cNvCxnSpPr>
            <a:cxnSpLocks/>
            <a:stCxn id="313" idx="2"/>
            <a:endCxn id="314" idx="0"/>
          </p:cNvCxnSpPr>
          <p:nvPr/>
        </p:nvCxnSpPr>
        <p:spPr>
          <a:xfrm rot="5400000">
            <a:off x="17099779" y="7298584"/>
            <a:ext cx="257730" cy="55763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Соединительная линия уступом 620">
            <a:extLst>
              <a:ext uri="{FF2B5EF4-FFF2-40B4-BE49-F238E27FC236}">
                <a16:creationId xmlns:a16="http://schemas.microsoft.com/office/drawing/2014/main" id="{0F04DC99-F2CC-4BAE-9B41-5329734EEAB5}"/>
              </a:ext>
            </a:extLst>
          </p:cNvPr>
          <p:cNvCxnSpPr>
            <a:cxnSpLocks/>
            <a:stCxn id="306" idx="2"/>
            <a:endCxn id="313" idx="0"/>
          </p:cNvCxnSpPr>
          <p:nvPr/>
        </p:nvCxnSpPr>
        <p:spPr>
          <a:xfrm rot="5400000">
            <a:off x="17669383" y="6502780"/>
            <a:ext cx="243830" cy="56767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Соединительная линия уступом 595">
            <a:extLst>
              <a:ext uri="{FF2B5EF4-FFF2-40B4-BE49-F238E27FC236}">
                <a16:creationId xmlns:a16="http://schemas.microsoft.com/office/drawing/2014/main" id="{7350CE3E-90D8-4FFE-B73B-187E2F555E14}"/>
              </a:ext>
            </a:extLst>
          </p:cNvPr>
          <p:cNvCxnSpPr>
            <a:cxnSpLocks/>
            <a:stCxn id="249" idx="2"/>
            <a:endCxn id="170" idx="0"/>
          </p:cNvCxnSpPr>
          <p:nvPr/>
        </p:nvCxnSpPr>
        <p:spPr>
          <a:xfrm rot="16200000" flipH="1">
            <a:off x="21264954" y="7113671"/>
            <a:ext cx="1036398" cy="1725187"/>
          </a:xfrm>
          <a:prstGeom prst="bentConnector3">
            <a:avLst>
              <a:gd name="adj1" fmla="val 12288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Соединительная линия уступом 595">
            <a:extLst>
              <a:ext uri="{FF2B5EF4-FFF2-40B4-BE49-F238E27FC236}">
                <a16:creationId xmlns:a16="http://schemas.microsoft.com/office/drawing/2014/main" id="{DAAD64EE-6C74-4FAC-8BB8-6635244CB408}"/>
              </a:ext>
            </a:extLst>
          </p:cNvPr>
          <p:cNvCxnSpPr>
            <a:cxnSpLocks/>
            <a:stCxn id="265" idx="2"/>
            <a:endCxn id="170" idx="0"/>
          </p:cNvCxnSpPr>
          <p:nvPr/>
        </p:nvCxnSpPr>
        <p:spPr>
          <a:xfrm rot="16200000" flipH="1">
            <a:off x="21831731" y="7680448"/>
            <a:ext cx="1038556" cy="589476"/>
          </a:xfrm>
          <a:prstGeom prst="bentConnector3">
            <a:avLst>
              <a:gd name="adj1" fmla="val 12485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Соединительная линия уступом 620">
            <a:extLst>
              <a:ext uri="{FF2B5EF4-FFF2-40B4-BE49-F238E27FC236}">
                <a16:creationId xmlns:a16="http://schemas.microsoft.com/office/drawing/2014/main" id="{2CB1AF56-F91B-46BD-84F2-844011BCD2C2}"/>
              </a:ext>
            </a:extLst>
          </p:cNvPr>
          <p:cNvCxnSpPr>
            <a:cxnSpLocks/>
            <a:stCxn id="170" idx="2"/>
            <a:endCxn id="281" idx="0"/>
          </p:cNvCxnSpPr>
          <p:nvPr/>
        </p:nvCxnSpPr>
        <p:spPr>
          <a:xfrm rot="5400000">
            <a:off x="21953824" y="8584559"/>
            <a:ext cx="242019" cy="1141829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Соединительная линия уступом 620">
            <a:extLst>
              <a:ext uri="{FF2B5EF4-FFF2-40B4-BE49-F238E27FC236}">
                <a16:creationId xmlns:a16="http://schemas.microsoft.com/office/drawing/2014/main" id="{520A29DA-9462-4AD0-A72D-2BAB9B9D161C}"/>
              </a:ext>
            </a:extLst>
          </p:cNvPr>
          <p:cNvCxnSpPr>
            <a:cxnSpLocks/>
            <a:stCxn id="170" idx="2"/>
            <a:endCxn id="280" idx="0"/>
          </p:cNvCxnSpPr>
          <p:nvPr/>
        </p:nvCxnSpPr>
        <p:spPr>
          <a:xfrm rot="5400000">
            <a:off x="21376632" y="8002167"/>
            <a:ext cx="236818" cy="230141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8" name="Прямоугольник 297">
            <a:extLst>
              <a:ext uri="{FF2B5EF4-FFF2-40B4-BE49-F238E27FC236}">
                <a16:creationId xmlns:a16="http://schemas.microsoft.com/office/drawing/2014/main" id="{D7984CFA-78CC-4C62-9EE7-914E00F0367C}"/>
              </a:ext>
            </a:extLst>
          </p:cNvPr>
          <p:cNvSpPr/>
          <p:nvPr/>
        </p:nvSpPr>
        <p:spPr>
          <a:xfrm>
            <a:off x="21601059" y="10070856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Пригласить коммунистов в правительство </a:t>
            </a:r>
            <a:r>
              <a:rPr lang="ru-RU" sz="200" dirty="0"/>
              <a:t>(Новое правительство возглавил радикал </a:t>
            </a:r>
            <a:r>
              <a:rPr lang="ru-RU" sz="200" dirty="0" err="1"/>
              <a:t>Шотан</a:t>
            </a:r>
            <a:r>
              <a:rPr lang="ru-RU" sz="200" dirty="0"/>
              <a:t>. Перед лицом контрнаступления крупной буржуазии компартия заявила, что она готова «принять на себя ответственность участия в правительстве)</a:t>
            </a:r>
            <a:endParaRPr lang="ru-RU" sz="700" dirty="0"/>
          </a:p>
        </p:txBody>
      </p:sp>
      <p:cxnSp>
        <p:nvCxnSpPr>
          <p:cNvPr id="356" name="Прямая соединительная линия 355">
            <a:extLst>
              <a:ext uri="{FF2B5EF4-FFF2-40B4-BE49-F238E27FC236}">
                <a16:creationId xmlns:a16="http://schemas.microsoft.com/office/drawing/2014/main" id="{C6769B31-322E-431A-B478-9C310FF319CC}"/>
              </a:ext>
            </a:extLst>
          </p:cNvPr>
          <p:cNvCxnSpPr>
            <a:cxnSpLocks/>
            <a:stCxn id="170" idx="3"/>
            <a:endCxn id="164" idx="1"/>
          </p:cNvCxnSpPr>
          <p:nvPr/>
        </p:nvCxnSpPr>
        <p:spPr>
          <a:xfrm>
            <a:off x="23108909" y="8764464"/>
            <a:ext cx="840714" cy="521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9" name="Прямоугольник 358">
            <a:extLst>
              <a:ext uri="{FF2B5EF4-FFF2-40B4-BE49-F238E27FC236}">
                <a16:creationId xmlns:a16="http://schemas.microsoft.com/office/drawing/2014/main" id="{918E960A-6991-4F32-8333-AF51985553A1}"/>
              </a:ext>
            </a:extLst>
          </p:cNvPr>
          <p:cNvSpPr/>
          <p:nvPr/>
        </p:nvSpPr>
        <p:spPr>
          <a:xfrm>
            <a:off x="23947432" y="9278656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Кабинет Камиля </a:t>
            </a:r>
            <a:r>
              <a:rPr lang="ru-RU" sz="700" dirty="0" err="1"/>
              <a:t>Шотана</a:t>
            </a:r>
            <a:endParaRPr lang="ru-RU" sz="700" dirty="0"/>
          </a:p>
        </p:txBody>
      </p:sp>
      <p:cxnSp>
        <p:nvCxnSpPr>
          <p:cNvPr id="364" name="Прямая со стрелкой 363">
            <a:extLst>
              <a:ext uri="{FF2B5EF4-FFF2-40B4-BE49-F238E27FC236}">
                <a16:creationId xmlns:a16="http://schemas.microsoft.com/office/drawing/2014/main" id="{D59B2D4D-FF9A-41AE-9763-BA93594258D0}"/>
              </a:ext>
            </a:extLst>
          </p:cNvPr>
          <p:cNvCxnSpPr>
            <a:cxnSpLocks/>
            <a:stCxn id="164" idx="2"/>
            <a:endCxn id="359" idx="0"/>
          </p:cNvCxnSpPr>
          <p:nvPr/>
        </p:nvCxnSpPr>
        <p:spPr>
          <a:xfrm flipH="1">
            <a:off x="24410595" y="9039674"/>
            <a:ext cx="2191" cy="23898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Прямоугольник 366">
            <a:extLst>
              <a:ext uri="{FF2B5EF4-FFF2-40B4-BE49-F238E27FC236}">
                <a16:creationId xmlns:a16="http://schemas.microsoft.com/office/drawing/2014/main" id="{9BFE1944-1C05-4264-A917-9398EF648BE0}"/>
              </a:ext>
            </a:extLst>
          </p:cNvPr>
          <p:cNvSpPr/>
          <p:nvPr/>
        </p:nvSpPr>
        <p:spPr>
          <a:xfrm>
            <a:off x="22402279" y="21481393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Ратифицировать </a:t>
            </a:r>
            <a:r>
              <a:rPr lang="ru-RU" sz="700" dirty="0" err="1"/>
              <a:t>Вьенотское</a:t>
            </a:r>
            <a:r>
              <a:rPr lang="ru-RU" sz="700" dirty="0"/>
              <a:t> соглашение</a:t>
            </a:r>
          </a:p>
        </p:txBody>
      </p:sp>
      <p:cxnSp>
        <p:nvCxnSpPr>
          <p:cNvPr id="368" name="Прямая со стрелкой 367">
            <a:extLst>
              <a:ext uri="{FF2B5EF4-FFF2-40B4-BE49-F238E27FC236}">
                <a16:creationId xmlns:a16="http://schemas.microsoft.com/office/drawing/2014/main" id="{B03E75A0-D5BC-4209-92D2-D5774A1D98C0}"/>
              </a:ext>
            </a:extLst>
          </p:cNvPr>
          <p:cNvCxnSpPr>
            <a:cxnSpLocks/>
            <a:stCxn id="161" idx="2"/>
            <a:endCxn id="367" idx="0"/>
          </p:cNvCxnSpPr>
          <p:nvPr/>
        </p:nvCxnSpPr>
        <p:spPr>
          <a:xfrm flipH="1">
            <a:off x="22865442" y="21160650"/>
            <a:ext cx="1" cy="32074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Прямоугольник 370">
            <a:extLst>
              <a:ext uri="{FF2B5EF4-FFF2-40B4-BE49-F238E27FC236}">
                <a16:creationId xmlns:a16="http://schemas.microsoft.com/office/drawing/2014/main" id="{71BD56CE-3455-4070-9A1A-69F153F641F4}"/>
              </a:ext>
            </a:extLst>
          </p:cNvPr>
          <p:cNvSpPr/>
          <p:nvPr/>
        </p:nvSpPr>
        <p:spPr>
          <a:xfrm>
            <a:off x="25298410" y="19825798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Национальный центр научных исследований</a:t>
            </a:r>
          </a:p>
        </p:txBody>
      </p:sp>
      <p:cxnSp>
        <p:nvCxnSpPr>
          <p:cNvPr id="240" name="Прямая со стрелкой 239">
            <a:extLst>
              <a:ext uri="{FF2B5EF4-FFF2-40B4-BE49-F238E27FC236}">
                <a16:creationId xmlns:a16="http://schemas.microsoft.com/office/drawing/2014/main" id="{1617FF60-CB45-48E6-AEBC-562E3E1D6271}"/>
              </a:ext>
            </a:extLst>
          </p:cNvPr>
          <p:cNvCxnSpPr>
            <a:cxnSpLocks/>
            <a:stCxn id="250" idx="2"/>
            <a:endCxn id="281" idx="0"/>
          </p:cNvCxnSpPr>
          <p:nvPr/>
        </p:nvCxnSpPr>
        <p:spPr>
          <a:xfrm>
            <a:off x="21500489" y="9039675"/>
            <a:ext cx="3429" cy="23680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Прямоугольник 254">
            <a:extLst>
              <a:ext uri="{FF2B5EF4-FFF2-40B4-BE49-F238E27FC236}">
                <a16:creationId xmlns:a16="http://schemas.microsoft.com/office/drawing/2014/main" id="{47D3AC46-675D-4AE5-976C-5BE4A5D17FEA}"/>
              </a:ext>
            </a:extLst>
          </p:cNvPr>
          <p:cNvSpPr/>
          <p:nvPr/>
        </p:nvSpPr>
        <p:spPr>
          <a:xfrm>
            <a:off x="22180755" y="9277576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Третья девальвация франка</a:t>
            </a:r>
          </a:p>
        </p:txBody>
      </p:sp>
      <p:cxnSp>
        <p:nvCxnSpPr>
          <p:cNvPr id="277" name="Прямая соединительная линия 276">
            <a:extLst>
              <a:ext uri="{FF2B5EF4-FFF2-40B4-BE49-F238E27FC236}">
                <a16:creationId xmlns:a16="http://schemas.microsoft.com/office/drawing/2014/main" id="{DFFC78DD-2E2B-4CCD-BD71-A015251A1BE1}"/>
              </a:ext>
            </a:extLst>
          </p:cNvPr>
          <p:cNvCxnSpPr>
            <a:cxnSpLocks/>
            <a:stCxn id="281" idx="3"/>
            <a:endCxn id="255" idx="1"/>
          </p:cNvCxnSpPr>
          <p:nvPr/>
        </p:nvCxnSpPr>
        <p:spPr>
          <a:xfrm>
            <a:off x="21967080" y="9546483"/>
            <a:ext cx="213675" cy="109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2" name="Прямоугольник 291">
            <a:extLst>
              <a:ext uri="{FF2B5EF4-FFF2-40B4-BE49-F238E27FC236}">
                <a16:creationId xmlns:a16="http://schemas.microsoft.com/office/drawing/2014/main" id="{5F3DA993-920E-455D-B089-53AB523DD916}"/>
              </a:ext>
            </a:extLst>
          </p:cNvPr>
          <p:cNvSpPr/>
          <p:nvPr/>
        </p:nvSpPr>
        <p:spPr>
          <a:xfrm>
            <a:off x="22803471" y="10070854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Распустить и запретить ФКП</a:t>
            </a:r>
          </a:p>
        </p:txBody>
      </p:sp>
      <p:cxnSp>
        <p:nvCxnSpPr>
          <p:cNvPr id="293" name="Прямая соединительная линия 292">
            <a:extLst>
              <a:ext uri="{FF2B5EF4-FFF2-40B4-BE49-F238E27FC236}">
                <a16:creationId xmlns:a16="http://schemas.microsoft.com/office/drawing/2014/main" id="{0974ADD4-8D71-42A6-B540-8EB7AB71A8E5}"/>
              </a:ext>
            </a:extLst>
          </p:cNvPr>
          <p:cNvCxnSpPr>
            <a:cxnSpLocks/>
            <a:stCxn id="298" idx="3"/>
            <a:endCxn id="292" idx="1"/>
          </p:cNvCxnSpPr>
          <p:nvPr/>
        </p:nvCxnSpPr>
        <p:spPr>
          <a:xfrm flipV="1">
            <a:off x="22527384" y="10340854"/>
            <a:ext cx="276087" cy="2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Соединительная линия уступом 595">
            <a:extLst>
              <a:ext uri="{FF2B5EF4-FFF2-40B4-BE49-F238E27FC236}">
                <a16:creationId xmlns:a16="http://schemas.microsoft.com/office/drawing/2014/main" id="{17B9F542-5C37-4FD0-A934-886174FC99AA}"/>
              </a:ext>
            </a:extLst>
          </p:cNvPr>
          <p:cNvCxnSpPr>
            <a:cxnSpLocks/>
            <a:stCxn id="281" idx="2"/>
            <a:endCxn id="298" idx="0"/>
          </p:cNvCxnSpPr>
          <p:nvPr/>
        </p:nvCxnSpPr>
        <p:spPr>
          <a:xfrm rot="16200000" flipH="1">
            <a:off x="21656884" y="9663517"/>
            <a:ext cx="254373" cy="560304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Соединительная линия уступом 595">
            <a:extLst>
              <a:ext uri="{FF2B5EF4-FFF2-40B4-BE49-F238E27FC236}">
                <a16:creationId xmlns:a16="http://schemas.microsoft.com/office/drawing/2014/main" id="{EA6F827D-6623-4E2D-88D1-21761465C825}"/>
              </a:ext>
            </a:extLst>
          </p:cNvPr>
          <p:cNvCxnSpPr>
            <a:cxnSpLocks/>
            <a:stCxn id="255" idx="2"/>
            <a:endCxn id="298" idx="0"/>
          </p:cNvCxnSpPr>
          <p:nvPr/>
        </p:nvCxnSpPr>
        <p:spPr>
          <a:xfrm rot="5400000">
            <a:off x="22227430" y="9654368"/>
            <a:ext cx="253280" cy="579696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Соединительная линия уступом 620">
            <a:extLst>
              <a:ext uri="{FF2B5EF4-FFF2-40B4-BE49-F238E27FC236}">
                <a16:creationId xmlns:a16="http://schemas.microsoft.com/office/drawing/2014/main" id="{FE2DBB2C-AD2D-4EF8-82BD-4857D88BCB47}"/>
              </a:ext>
            </a:extLst>
          </p:cNvPr>
          <p:cNvCxnSpPr>
            <a:cxnSpLocks/>
            <a:stCxn id="164" idx="2"/>
            <a:endCxn id="292" idx="0"/>
          </p:cNvCxnSpPr>
          <p:nvPr/>
        </p:nvCxnSpPr>
        <p:spPr>
          <a:xfrm rot="5400000">
            <a:off x="23324120" y="8982188"/>
            <a:ext cx="1031180" cy="1146152"/>
          </a:xfrm>
          <a:prstGeom prst="bentConnector3">
            <a:avLst>
              <a:gd name="adj1" fmla="val 11152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Прямоугольник 324">
            <a:extLst>
              <a:ext uri="{FF2B5EF4-FFF2-40B4-BE49-F238E27FC236}">
                <a16:creationId xmlns:a16="http://schemas.microsoft.com/office/drawing/2014/main" id="{D8D2E24E-786E-46D3-A5A8-8381FB3DAA16}"/>
              </a:ext>
            </a:extLst>
          </p:cNvPr>
          <p:cNvSpPr/>
          <p:nvPr/>
        </p:nvSpPr>
        <p:spPr>
          <a:xfrm>
            <a:off x="24538032" y="6139217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Заключить союз с «правыми» партиями</a:t>
            </a:r>
          </a:p>
        </p:txBody>
      </p:sp>
      <p:cxnSp>
        <p:nvCxnSpPr>
          <p:cNvPr id="335" name="Прямая со стрелкой 334">
            <a:extLst>
              <a:ext uri="{FF2B5EF4-FFF2-40B4-BE49-F238E27FC236}">
                <a16:creationId xmlns:a16="http://schemas.microsoft.com/office/drawing/2014/main" id="{0F6079AB-2B6A-48BA-A6B2-6CBB1793EA6D}"/>
              </a:ext>
            </a:extLst>
          </p:cNvPr>
          <p:cNvCxnSpPr>
            <a:cxnSpLocks/>
            <a:stCxn id="529" idx="2"/>
            <a:endCxn id="292" idx="0"/>
          </p:cNvCxnSpPr>
          <p:nvPr/>
        </p:nvCxnSpPr>
        <p:spPr>
          <a:xfrm flipH="1">
            <a:off x="23266634" y="8236959"/>
            <a:ext cx="1059" cy="183389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Прямоугольник 337">
            <a:extLst>
              <a:ext uri="{FF2B5EF4-FFF2-40B4-BE49-F238E27FC236}">
                <a16:creationId xmlns:a16="http://schemas.microsoft.com/office/drawing/2014/main" id="{039B1A31-9DF9-40D7-94C8-51A7F5763C6E}"/>
              </a:ext>
            </a:extLst>
          </p:cNvPr>
          <p:cNvSpPr/>
          <p:nvPr/>
        </p:nvSpPr>
        <p:spPr>
          <a:xfrm>
            <a:off x="24538186" y="7700356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Объявить ВКТ вне закона</a:t>
            </a:r>
          </a:p>
        </p:txBody>
      </p:sp>
      <p:sp>
        <p:nvSpPr>
          <p:cNvPr id="339" name="Прямоугольник 338">
            <a:extLst>
              <a:ext uri="{FF2B5EF4-FFF2-40B4-BE49-F238E27FC236}">
                <a16:creationId xmlns:a16="http://schemas.microsoft.com/office/drawing/2014/main" id="{22906412-85F8-4C4C-9CA2-1C755ECC0F70}"/>
              </a:ext>
            </a:extLst>
          </p:cNvPr>
          <p:cNvSpPr/>
          <p:nvPr/>
        </p:nvSpPr>
        <p:spPr>
          <a:xfrm>
            <a:off x="22805084" y="6915908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Реформы </a:t>
            </a:r>
            <a:r>
              <a:rPr lang="ru-RU" sz="700" dirty="0" err="1"/>
              <a:t>Рейно</a:t>
            </a:r>
            <a:endParaRPr lang="ru-RU" sz="700" dirty="0"/>
          </a:p>
        </p:txBody>
      </p:sp>
      <p:sp>
        <p:nvSpPr>
          <p:cNvPr id="341" name="Прямоугольник 340">
            <a:extLst>
              <a:ext uri="{FF2B5EF4-FFF2-40B4-BE49-F238E27FC236}">
                <a16:creationId xmlns:a16="http://schemas.microsoft.com/office/drawing/2014/main" id="{B8D98E45-8B47-492C-A591-277A37E8B5E3}"/>
              </a:ext>
            </a:extLst>
          </p:cNvPr>
          <p:cNvSpPr/>
          <p:nvPr/>
        </p:nvSpPr>
        <p:spPr>
          <a:xfrm>
            <a:off x="24538186" y="6921879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800" dirty="0"/>
              <a:t>Заручиться поддержкой двухсот семей</a:t>
            </a:r>
          </a:p>
        </p:txBody>
      </p:sp>
      <p:cxnSp>
        <p:nvCxnSpPr>
          <p:cNvPr id="353" name="Соединительная линия уступом 620">
            <a:extLst>
              <a:ext uri="{FF2B5EF4-FFF2-40B4-BE49-F238E27FC236}">
                <a16:creationId xmlns:a16="http://schemas.microsoft.com/office/drawing/2014/main" id="{697133AB-F3D7-45F0-A24C-FD3E360A4A53}"/>
              </a:ext>
            </a:extLst>
          </p:cNvPr>
          <p:cNvCxnSpPr>
            <a:cxnSpLocks/>
            <a:stCxn id="133" idx="2"/>
            <a:endCxn id="508" idx="0"/>
          </p:cNvCxnSpPr>
          <p:nvPr/>
        </p:nvCxnSpPr>
        <p:spPr>
          <a:xfrm rot="16200000" flipH="1">
            <a:off x="23431312" y="4926904"/>
            <a:ext cx="252050" cy="574516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Прямоугольник 372">
            <a:extLst>
              <a:ext uri="{FF2B5EF4-FFF2-40B4-BE49-F238E27FC236}">
                <a16:creationId xmlns:a16="http://schemas.microsoft.com/office/drawing/2014/main" id="{4BD6CA6D-59EF-4285-8DB8-9D3DF4AF062D}"/>
              </a:ext>
            </a:extLst>
          </p:cNvPr>
          <p:cNvSpPr/>
          <p:nvPr/>
        </p:nvSpPr>
        <p:spPr>
          <a:xfrm>
            <a:off x="21599619" y="10847680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Объединить правительство народного фронта</a:t>
            </a:r>
          </a:p>
        </p:txBody>
      </p:sp>
      <p:sp>
        <p:nvSpPr>
          <p:cNvPr id="374" name="Прямоугольник 373">
            <a:extLst>
              <a:ext uri="{FF2B5EF4-FFF2-40B4-BE49-F238E27FC236}">
                <a16:creationId xmlns:a16="http://schemas.microsoft.com/office/drawing/2014/main" id="{31D3CB84-76C9-4864-9105-062CA9BFE297}"/>
              </a:ext>
            </a:extLst>
          </p:cNvPr>
          <p:cNvSpPr/>
          <p:nvPr/>
        </p:nvSpPr>
        <p:spPr>
          <a:xfrm>
            <a:off x="22806352" y="10847680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Оказать помощь Финляндии</a:t>
            </a:r>
          </a:p>
        </p:txBody>
      </p:sp>
      <p:cxnSp>
        <p:nvCxnSpPr>
          <p:cNvPr id="375" name="Прямая со стрелкой 374">
            <a:extLst>
              <a:ext uri="{FF2B5EF4-FFF2-40B4-BE49-F238E27FC236}">
                <a16:creationId xmlns:a16="http://schemas.microsoft.com/office/drawing/2014/main" id="{03BE9C6F-4E32-451C-8319-FB67E3055A4B}"/>
              </a:ext>
            </a:extLst>
          </p:cNvPr>
          <p:cNvCxnSpPr>
            <a:cxnSpLocks/>
            <a:stCxn id="292" idx="2"/>
            <a:endCxn id="374" idx="0"/>
          </p:cNvCxnSpPr>
          <p:nvPr/>
        </p:nvCxnSpPr>
        <p:spPr>
          <a:xfrm>
            <a:off x="23266634" y="10610854"/>
            <a:ext cx="2881" cy="23682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Прямая со стрелкой 378">
            <a:extLst>
              <a:ext uri="{FF2B5EF4-FFF2-40B4-BE49-F238E27FC236}">
                <a16:creationId xmlns:a16="http://schemas.microsoft.com/office/drawing/2014/main" id="{62F5D9F9-5493-4334-BBE7-260DE148227F}"/>
              </a:ext>
            </a:extLst>
          </p:cNvPr>
          <p:cNvCxnSpPr>
            <a:cxnSpLocks/>
            <a:stCxn id="298" idx="2"/>
            <a:endCxn id="373" idx="0"/>
          </p:cNvCxnSpPr>
          <p:nvPr/>
        </p:nvCxnSpPr>
        <p:spPr>
          <a:xfrm flipH="1">
            <a:off x="22062782" y="10610856"/>
            <a:ext cx="1440" cy="23682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8" name="Прямоугольник 387">
            <a:extLst>
              <a:ext uri="{FF2B5EF4-FFF2-40B4-BE49-F238E27FC236}">
                <a16:creationId xmlns:a16="http://schemas.microsoft.com/office/drawing/2014/main" id="{B7EF2F35-AE4B-437A-B750-6661419BBD66}"/>
              </a:ext>
            </a:extLst>
          </p:cNvPr>
          <p:cNvSpPr/>
          <p:nvPr/>
        </p:nvSpPr>
        <p:spPr>
          <a:xfrm>
            <a:off x="18177412" y="6905493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Сближение с Великобританией</a:t>
            </a:r>
          </a:p>
        </p:txBody>
      </p:sp>
      <p:cxnSp>
        <p:nvCxnSpPr>
          <p:cNvPr id="389" name="Прямая соединительная линия 388">
            <a:extLst>
              <a:ext uri="{FF2B5EF4-FFF2-40B4-BE49-F238E27FC236}">
                <a16:creationId xmlns:a16="http://schemas.microsoft.com/office/drawing/2014/main" id="{7E27578F-0014-4A91-BF3F-A12DDE66D029}"/>
              </a:ext>
            </a:extLst>
          </p:cNvPr>
          <p:cNvCxnSpPr>
            <a:cxnSpLocks/>
            <a:stCxn id="313" idx="3"/>
            <a:endCxn id="388" idx="1"/>
          </p:cNvCxnSpPr>
          <p:nvPr/>
        </p:nvCxnSpPr>
        <p:spPr>
          <a:xfrm flipV="1">
            <a:off x="17970621" y="7175493"/>
            <a:ext cx="206791" cy="304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2" name="Соединительная линия уступом 620">
            <a:extLst>
              <a:ext uri="{FF2B5EF4-FFF2-40B4-BE49-F238E27FC236}">
                <a16:creationId xmlns:a16="http://schemas.microsoft.com/office/drawing/2014/main" id="{55642911-B8AF-49FD-A940-6D13780BB219}"/>
              </a:ext>
            </a:extLst>
          </p:cNvPr>
          <p:cNvCxnSpPr>
            <a:cxnSpLocks/>
            <a:stCxn id="306" idx="2"/>
            <a:endCxn id="388" idx="0"/>
          </p:cNvCxnSpPr>
          <p:nvPr/>
        </p:nvCxnSpPr>
        <p:spPr>
          <a:xfrm rot="16200000" flipH="1">
            <a:off x="18237462" y="6502379"/>
            <a:ext cx="240789" cy="56543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Прямоугольник 395">
            <a:extLst>
              <a:ext uri="{FF2B5EF4-FFF2-40B4-BE49-F238E27FC236}">
                <a16:creationId xmlns:a16="http://schemas.microsoft.com/office/drawing/2014/main" id="{E41A7CDB-1C2E-4968-B5CB-0A281170D1CA}"/>
              </a:ext>
            </a:extLst>
          </p:cNvPr>
          <p:cNvSpPr/>
          <p:nvPr/>
        </p:nvSpPr>
        <p:spPr>
          <a:xfrm>
            <a:off x="18743327" y="7699565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Соглашение об экономическом сотрудничестве</a:t>
            </a:r>
          </a:p>
        </p:txBody>
      </p:sp>
      <p:sp>
        <p:nvSpPr>
          <p:cNvPr id="397" name="Прямоугольник 396">
            <a:extLst>
              <a:ext uri="{FF2B5EF4-FFF2-40B4-BE49-F238E27FC236}">
                <a16:creationId xmlns:a16="http://schemas.microsoft.com/office/drawing/2014/main" id="{52313686-5954-44F1-BB1D-5041618007EA}"/>
              </a:ext>
            </a:extLst>
          </p:cNvPr>
          <p:cNvSpPr/>
          <p:nvPr/>
        </p:nvSpPr>
        <p:spPr>
          <a:xfrm>
            <a:off x="16485077" y="8494463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Возродить договорённости Малой Антанты</a:t>
            </a:r>
          </a:p>
        </p:txBody>
      </p:sp>
      <p:cxnSp>
        <p:nvCxnSpPr>
          <p:cNvPr id="398" name="Соединительная линия уступом 620">
            <a:extLst>
              <a:ext uri="{FF2B5EF4-FFF2-40B4-BE49-F238E27FC236}">
                <a16:creationId xmlns:a16="http://schemas.microsoft.com/office/drawing/2014/main" id="{B49A96A6-8219-4B61-A1C7-9C4BA9B1047F}"/>
              </a:ext>
            </a:extLst>
          </p:cNvPr>
          <p:cNvCxnSpPr>
            <a:cxnSpLocks/>
            <a:stCxn id="314" idx="2"/>
            <a:endCxn id="397" idx="0"/>
          </p:cNvCxnSpPr>
          <p:nvPr/>
        </p:nvCxnSpPr>
        <p:spPr>
          <a:xfrm rot="5400000">
            <a:off x="16824935" y="8369569"/>
            <a:ext cx="248199" cy="158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Прямоугольник 401">
            <a:extLst>
              <a:ext uri="{FF2B5EF4-FFF2-40B4-BE49-F238E27FC236}">
                <a16:creationId xmlns:a16="http://schemas.microsoft.com/office/drawing/2014/main" id="{2EAD09FF-9F90-4DDC-94ED-FA08001242F8}"/>
              </a:ext>
            </a:extLst>
          </p:cNvPr>
          <p:cNvSpPr/>
          <p:nvPr/>
        </p:nvSpPr>
        <p:spPr>
          <a:xfrm>
            <a:off x="17611974" y="10044640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Совместные исследования</a:t>
            </a:r>
          </a:p>
        </p:txBody>
      </p:sp>
      <p:sp>
        <p:nvSpPr>
          <p:cNvPr id="404" name="Прямоугольник 403">
            <a:extLst>
              <a:ext uri="{FF2B5EF4-FFF2-40B4-BE49-F238E27FC236}">
                <a16:creationId xmlns:a16="http://schemas.microsoft.com/office/drawing/2014/main" id="{F9F8C0A4-5D92-4B8C-88C8-2F674B707FC6}"/>
              </a:ext>
            </a:extLst>
          </p:cNvPr>
          <p:cNvSpPr/>
          <p:nvPr/>
        </p:nvSpPr>
        <p:spPr>
          <a:xfrm>
            <a:off x="17033833" y="9278522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Расширение Антанты на север</a:t>
            </a:r>
          </a:p>
        </p:txBody>
      </p:sp>
      <p:cxnSp>
        <p:nvCxnSpPr>
          <p:cNvPr id="406" name="Соединительная линия уступом 595">
            <a:extLst>
              <a:ext uri="{FF2B5EF4-FFF2-40B4-BE49-F238E27FC236}">
                <a16:creationId xmlns:a16="http://schemas.microsoft.com/office/drawing/2014/main" id="{8F1E404B-7FD1-4E2F-A5A8-061075B8B058}"/>
              </a:ext>
            </a:extLst>
          </p:cNvPr>
          <p:cNvCxnSpPr>
            <a:cxnSpLocks/>
            <a:stCxn id="314" idx="2"/>
            <a:endCxn id="402" idx="0"/>
          </p:cNvCxnSpPr>
          <p:nvPr/>
        </p:nvCxnSpPr>
        <p:spPr>
          <a:xfrm rot="16200000" flipH="1">
            <a:off x="16613294" y="8582797"/>
            <a:ext cx="1798376" cy="1125309"/>
          </a:xfrm>
          <a:prstGeom prst="bentConnector3">
            <a:avLst>
              <a:gd name="adj1" fmla="val 667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9" name="Соединительная линия уступом 595">
            <a:extLst>
              <a:ext uri="{FF2B5EF4-FFF2-40B4-BE49-F238E27FC236}">
                <a16:creationId xmlns:a16="http://schemas.microsoft.com/office/drawing/2014/main" id="{DEEC95E4-664D-4956-872B-5B03FE3FF99F}"/>
              </a:ext>
            </a:extLst>
          </p:cNvPr>
          <p:cNvCxnSpPr>
            <a:cxnSpLocks/>
            <a:stCxn id="396" idx="2"/>
            <a:endCxn id="402" idx="0"/>
          </p:cNvCxnSpPr>
          <p:nvPr/>
        </p:nvCxnSpPr>
        <p:spPr>
          <a:xfrm rot="5400000">
            <a:off x="17738277" y="8576426"/>
            <a:ext cx="1805075" cy="1131353"/>
          </a:xfrm>
          <a:prstGeom prst="bentConnector3">
            <a:avLst>
              <a:gd name="adj1" fmla="val 7272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3" name="Соединительная линия уступом 620">
            <a:extLst>
              <a:ext uri="{FF2B5EF4-FFF2-40B4-BE49-F238E27FC236}">
                <a16:creationId xmlns:a16="http://schemas.microsoft.com/office/drawing/2014/main" id="{2705B1A0-3AEF-40FD-AB89-93E48B08DB7B}"/>
              </a:ext>
            </a:extLst>
          </p:cNvPr>
          <p:cNvCxnSpPr>
            <a:cxnSpLocks/>
            <a:stCxn id="388" idx="2"/>
            <a:endCxn id="396" idx="0"/>
          </p:cNvCxnSpPr>
          <p:nvPr/>
        </p:nvCxnSpPr>
        <p:spPr>
          <a:xfrm rot="16200000" flipH="1">
            <a:off x="18796496" y="7289571"/>
            <a:ext cx="254072" cy="565915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6" name="Прямоугольник 415">
            <a:extLst>
              <a:ext uri="{FF2B5EF4-FFF2-40B4-BE49-F238E27FC236}">
                <a16:creationId xmlns:a16="http://schemas.microsoft.com/office/drawing/2014/main" id="{C1DA7A09-32DB-4E2A-9092-2C68D2EC3AFD}"/>
              </a:ext>
            </a:extLst>
          </p:cNvPr>
          <p:cNvSpPr/>
          <p:nvPr/>
        </p:nvSpPr>
        <p:spPr>
          <a:xfrm>
            <a:off x="18177413" y="8499674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Франко-Бельгийские и Голландские военные соглашения</a:t>
            </a:r>
          </a:p>
        </p:txBody>
      </p:sp>
      <p:cxnSp>
        <p:nvCxnSpPr>
          <p:cNvPr id="417" name="Соединительная линия уступом 620">
            <a:extLst>
              <a:ext uri="{FF2B5EF4-FFF2-40B4-BE49-F238E27FC236}">
                <a16:creationId xmlns:a16="http://schemas.microsoft.com/office/drawing/2014/main" id="{27DA8D69-EBB9-4149-893A-82C17D5285E7}"/>
              </a:ext>
            </a:extLst>
          </p:cNvPr>
          <p:cNvCxnSpPr>
            <a:cxnSpLocks/>
            <a:stCxn id="396" idx="2"/>
            <a:endCxn id="416" idx="0"/>
          </p:cNvCxnSpPr>
          <p:nvPr/>
        </p:nvCxnSpPr>
        <p:spPr>
          <a:xfrm rot="5400000">
            <a:off x="18793479" y="8086662"/>
            <a:ext cx="260109" cy="56591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0" name="Прямоугольник 419">
            <a:extLst>
              <a:ext uri="{FF2B5EF4-FFF2-40B4-BE49-F238E27FC236}">
                <a16:creationId xmlns:a16="http://schemas.microsoft.com/office/drawing/2014/main" id="{64F66869-1021-41CF-A151-1481EFE4256A}"/>
              </a:ext>
            </a:extLst>
          </p:cNvPr>
          <p:cNvSpPr/>
          <p:nvPr/>
        </p:nvSpPr>
        <p:spPr>
          <a:xfrm>
            <a:off x="18740195" y="9281898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Закупка вооружения в США</a:t>
            </a:r>
          </a:p>
        </p:txBody>
      </p:sp>
      <p:cxnSp>
        <p:nvCxnSpPr>
          <p:cNvPr id="421" name="Прямая со стрелкой 420">
            <a:extLst>
              <a:ext uri="{FF2B5EF4-FFF2-40B4-BE49-F238E27FC236}">
                <a16:creationId xmlns:a16="http://schemas.microsoft.com/office/drawing/2014/main" id="{CDB84C6F-09E4-4EFF-A37E-E82F622CE24C}"/>
              </a:ext>
            </a:extLst>
          </p:cNvPr>
          <p:cNvCxnSpPr>
            <a:cxnSpLocks/>
            <a:stCxn id="396" idx="2"/>
            <a:endCxn id="420" idx="0"/>
          </p:cNvCxnSpPr>
          <p:nvPr/>
        </p:nvCxnSpPr>
        <p:spPr>
          <a:xfrm flipH="1">
            <a:off x="19203358" y="8239565"/>
            <a:ext cx="3132" cy="104233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4" name="Прямоугольник 443">
            <a:extLst>
              <a:ext uri="{FF2B5EF4-FFF2-40B4-BE49-F238E27FC236}">
                <a16:creationId xmlns:a16="http://schemas.microsoft.com/office/drawing/2014/main" id="{B56AD38C-1726-4CA6-A4EB-B9FE865CFAE4}"/>
              </a:ext>
            </a:extLst>
          </p:cNvPr>
          <p:cNvSpPr/>
          <p:nvPr/>
        </p:nvSpPr>
        <p:spPr>
          <a:xfrm>
            <a:off x="19881172" y="5336563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Повторное увеличение военного бюджета</a:t>
            </a:r>
          </a:p>
        </p:txBody>
      </p:sp>
      <p:sp>
        <p:nvSpPr>
          <p:cNvPr id="445" name="Прямоугольник 444">
            <a:extLst>
              <a:ext uri="{FF2B5EF4-FFF2-40B4-BE49-F238E27FC236}">
                <a16:creationId xmlns:a16="http://schemas.microsoft.com/office/drawing/2014/main" id="{294B502B-1FBA-4050-8CC0-3E22816003DB}"/>
              </a:ext>
            </a:extLst>
          </p:cNvPr>
          <p:cNvSpPr/>
          <p:nvPr/>
        </p:nvSpPr>
        <p:spPr>
          <a:xfrm>
            <a:off x="19317790" y="10077553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Предоставить гражданство мусульманам</a:t>
            </a:r>
          </a:p>
        </p:txBody>
      </p:sp>
      <p:sp>
        <p:nvSpPr>
          <p:cNvPr id="446" name="Прямоугольник 445">
            <a:extLst>
              <a:ext uri="{FF2B5EF4-FFF2-40B4-BE49-F238E27FC236}">
                <a16:creationId xmlns:a16="http://schemas.microsoft.com/office/drawing/2014/main" id="{FD8AE85B-D44B-4358-8EFB-25F238C0F42A}"/>
              </a:ext>
            </a:extLst>
          </p:cNvPr>
          <p:cNvSpPr/>
          <p:nvPr/>
        </p:nvSpPr>
        <p:spPr>
          <a:xfrm>
            <a:off x="19886901" y="8507530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Антифашистская политика</a:t>
            </a:r>
          </a:p>
        </p:txBody>
      </p:sp>
      <p:cxnSp>
        <p:nvCxnSpPr>
          <p:cNvPr id="456" name="Соединительная линия уступом 620">
            <a:extLst>
              <a:ext uri="{FF2B5EF4-FFF2-40B4-BE49-F238E27FC236}">
                <a16:creationId xmlns:a16="http://schemas.microsoft.com/office/drawing/2014/main" id="{C65C93F4-A64C-470D-A732-51488858BB87}"/>
              </a:ext>
            </a:extLst>
          </p:cNvPr>
          <p:cNvCxnSpPr>
            <a:cxnSpLocks/>
            <a:stCxn id="396" idx="2"/>
            <a:endCxn id="446" idx="0"/>
          </p:cNvCxnSpPr>
          <p:nvPr/>
        </p:nvCxnSpPr>
        <p:spPr>
          <a:xfrm rot="16200000" flipH="1">
            <a:off x="19644295" y="7801760"/>
            <a:ext cx="267965" cy="114357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Соединительная линия уступом 620">
            <a:extLst>
              <a:ext uri="{FF2B5EF4-FFF2-40B4-BE49-F238E27FC236}">
                <a16:creationId xmlns:a16="http://schemas.microsoft.com/office/drawing/2014/main" id="{683B48F5-2704-4D4E-B080-1C849F050CE8}"/>
              </a:ext>
            </a:extLst>
          </p:cNvPr>
          <p:cNvCxnSpPr>
            <a:cxnSpLocks/>
            <a:stCxn id="168" idx="2"/>
            <a:endCxn id="227" idx="0"/>
          </p:cNvCxnSpPr>
          <p:nvPr/>
        </p:nvCxnSpPr>
        <p:spPr>
          <a:xfrm rot="5400000">
            <a:off x="21076939" y="5723819"/>
            <a:ext cx="253393" cy="56744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Прямая со стрелкой 467">
            <a:extLst>
              <a:ext uri="{FF2B5EF4-FFF2-40B4-BE49-F238E27FC236}">
                <a16:creationId xmlns:a16="http://schemas.microsoft.com/office/drawing/2014/main" id="{219D5AE1-4A88-466D-A73E-876014274608}"/>
              </a:ext>
            </a:extLst>
          </p:cNvPr>
          <p:cNvCxnSpPr>
            <a:cxnSpLocks/>
            <a:stCxn id="135" idx="2"/>
            <a:endCxn id="252" idx="0"/>
          </p:cNvCxnSpPr>
          <p:nvPr/>
        </p:nvCxnSpPr>
        <p:spPr>
          <a:xfrm>
            <a:off x="19773848" y="5089607"/>
            <a:ext cx="4709" cy="182104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5" name="Прямоугольник 294">
            <a:extLst>
              <a:ext uri="{FF2B5EF4-FFF2-40B4-BE49-F238E27FC236}">
                <a16:creationId xmlns:a16="http://schemas.microsoft.com/office/drawing/2014/main" id="{7008E378-8A23-4F95-9657-F91EDC4418D9}"/>
              </a:ext>
            </a:extLst>
          </p:cNvPr>
          <p:cNvSpPr/>
          <p:nvPr/>
        </p:nvSpPr>
        <p:spPr>
          <a:xfrm>
            <a:off x="27023802" y="21481298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Вернуть </a:t>
            </a:r>
            <a:r>
              <a:rPr lang="ru-RU" sz="700" dirty="0" err="1"/>
              <a:t>Петена</a:t>
            </a:r>
            <a:r>
              <a:rPr lang="ru-RU" sz="700" dirty="0"/>
              <a:t> на пост командующего</a:t>
            </a:r>
          </a:p>
        </p:txBody>
      </p:sp>
      <p:sp>
        <p:nvSpPr>
          <p:cNvPr id="296" name="Прямоугольник 295">
            <a:extLst>
              <a:ext uri="{FF2B5EF4-FFF2-40B4-BE49-F238E27FC236}">
                <a16:creationId xmlns:a16="http://schemas.microsoft.com/office/drawing/2014/main" id="{D29C3B61-191E-4240-9178-FD4F7DD2B517}"/>
              </a:ext>
            </a:extLst>
          </p:cNvPr>
          <p:cNvSpPr/>
          <p:nvPr/>
        </p:nvSpPr>
        <p:spPr>
          <a:xfrm>
            <a:off x="24747840" y="21482917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Продолжить стратегию стационарной обороны</a:t>
            </a:r>
          </a:p>
        </p:txBody>
      </p:sp>
      <p:sp>
        <p:nvSpPr>
          <p:cNvPr id="299" name="Прямоугольник 298">
            <a:extLst>
              <a:ext uri="{FF2B5EF4-FFF2-40B4-BE49-F238E27FC236}">
                <a16:creationId xmlns:a16="http://schemas.microsoft.com/office/drawing/2014/main" id="{986EFB0A-DB9A-40F6-B9C2-C92AE1B0098F}"/>
              </a:ext>
            </a:extLst>
          </p:cNvPr>
          <p:cNvSpPr/>
          <p:nvPr/>
        </p:nvSpPr>
        <p:spPr>
          <a:xfrm>
            <a:off x="24747840" y="22345185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Дополнительное финансирование для Мажино</a:t>
            </a:r>
          </a:p>
        </p:txBody>
      </p:sp>
      <p:sp>
        <p:nvSpPr>
          <p:cNvPr id="301" name="Прямоугольник 300">
            <a:extLst>
              <a:ext uri="{FF2B5EF4-FFF2-40B4-BE49-F238E27FC236}">
                <a16:creationId xmlns:a16="http://schemas.microsoft.com/office/drawing/2014/main" id="{A139A4EF-69B9-4A8E-9425-BF985B309E56}"/>
              </a:ext>
            </a:extLst>
          </p:cNvPr>
          <p:cNvSpPr/>
          <p:nvPr/>
        </p:nvSpPr>
        <p:spPr>
          <a:xfrm>
            <a:off x="23543829" y="23148214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Тактика ежиной обороны</a:t>
            </a:r>
          </a:p>
        </p:txBody>
      </p:sp>
      <p:sp>
        <p:nvSpPr>
          <p:cNvPr id="302" name="Прямоугольник 301">
            <a:extLst>
              <a:ext uri="{FF2B5EF4-FFF2-40B4-BE49-F238E27FC236}">
                <a16:creationId xmlns:a16="http://schemas.microsoft.com/office/drawing/2014/main" id="{ACF1C65E-2C74-4FC5-B63B-DBEB600BE9E7}"/>
              </a:ext>
            </a:extLst>
          </p:cNvPr>
          <p:cNvSpPr/>
          <p:nvPr/>
        </p:nvSpPr>
        <p:spPr>
          <a:xfrm>
            <a:off x="25888832" y="23957387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Создание профессиональной армии</a:t>
            </a:r>
          </a:p>
        </p:txBody>
      </p:sp>
      <p:sp>
        <p:nvSpPr>
          <p:cNvPr id="305" name="Прямоугольник 304">
            <a:extLst>
              <a:ext uri="{FF2B5EF4-FFF2-40B4-BE49-F238E27FC236}">
                <a16:creationId xmlns:a16="http://schemas.microsoft.com/office/drawing/2014/main" id="{62759CF4-4530-4A19-B1F3-5DBD4C994FA4}"/>
              </a:ext>
            </a:extLst>
          </p:cNvPr>
          <p:cNvSpPr/>
          <p:nvPr/>
        </p:nvSpPr>
        <p:spPr>
          <a:xfrm>
            <a:off x="28222204" y="22348129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Моторизация армии</a:t>
            </a:r>
          </a:p>
        </p:txBody>
      </p:sp>
      <p:sp>
        <p:nvSpPr>
          <p:cNvPr id="308" name="Прямоугольник 307">
            <a:extLst>
              <a:ext uri="{FF2B5EF4-FFF2-40B4-BE49-F238E27FC236}">
                <a16:creationId xmlns:a16="http://schemas.microsoft.com/office/drawing/2014/main" id="{B7E78878-F79D-4CB2-971B-ED23B952CA4D}"/>
              </a:ext>
            </a:extLst>
          </p:cNvPr>
          <p:cNvSpPr/>
          <p:nvPr/>
        </p:nvSpPr>
        <p:spPr>
          <a:xfrm>
            <a:off x="28225514" y="23148214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Автономные бронетанковые подразделения</a:t>
            </a:r>
          </a:p>
        </p:txBody>
      </p:sp>
      <p:sp>
        <p:nvSpPr>
          <p:cNvPr id="309" name="Прямоугольник 308">
            <a:extLst>
              <a:ext uri="{FF2B5EF4-FFF2-40B4-BE49-F238E27FC236}">
                <a16:creationId xmlns:a16="http://schemas.microsoft.com/office/drawing/2014/main" id="{E0C55FA7-A7A4-4E11-8C70-201D4E023000}"/>
              </a:ext>
            </a:extLst>
          </p:cNvPr>
          <p:cNvSpPr/>
          <p:nvPr/>
        </p:nvSpPr>
        <p:spPr>
          <a:xfrm>
            <a:off x="27023802" y="23149569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Поддержка авиации по тактике Майера</a:t>
            </a:r>
          </a:p>
        </p:txBody>
      </p:sp>
      <p:sp>
        <p:nvSpPr>
          <p:cNvPr id="312" name="Прямоугольник 311">
            <a:extLst>
              <a:ext uri="{FF2B5EF4-FFF2-40B4-BE49-F238E27FC236}">
                <a16:creationId xmlns:a16="http://schemas.microsoft.com/office/drawing/2014/main" id="{094E9644-4D3D-40BC-B0D6-9DF637B77F4C}"/>
              </a:ext>
            </a:extLst>
          </p:cNvPr>
          <p:cNvSpPr/>
          <p:nvPr/>
        </p:nvSpPr>
        <p:spPr>
          <a:xfrm>
            <a:off x="27023802" y="22336292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Переподготовка старших офицеров</a:t>
            </a:r>
          </a:p>
        </p:txBody>
      </p:sp>
      <p:cxnSp>
        <p:nvCxnSpPr>
          <p:cNvPr id="331" name="Соединительная линия уступом 620">
            <a:extLst>
              <a:ext uri="{FF2B5EF4-FFF2-40B4-BE49-F238E27FC236}">
                <a16:creationId xmlns:a16="http://schemas.microsoft.com/office/drawing/2014/main" id="{AC02C312-DDCB-44FF-AFAD-91002D67C8F7}"/>
              </a:ext>
            </a:extLst>
          </p:cNvPr>
          <p:cNvCxnSpPr>
            <a:cxnSpLocks/>
            <a:stCxn id="234" idx="2"/>
            <a:endCxn id="295" idx="0"/>
          </p:cNvCxnSpPr>
          <p:nvPr/>
        </p:nvCxnSpPr>
        <p:spPr>
          <a:xfrm rot="16200000" flipH="1">
            <a:off x="26756229" y="20750562"/>
            <a:ext cx="326500" cy="113497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Соединительная линия уступом 620">
            <a:extLst>
              <a:ext uri="{FF2B5EF4-FFF2-40B4-BE49-F238E27FC236}">
                <a16:creationId xmlns:a16="http://schemas.microsoft.com/office/drawing/2014/main" id="{5D535146-DED0-44AA-AD87-D1467B2EF906}"/>
              </a:ext>
            </a:extLst>
          </p:cNvPr>
          <p:cNvCxnSpPr>
            <a:cxnSpLocks/>
            <a:stCxn id="234" idx="2"/>
            <a:endCxn id="296" idx="0"/>
          </p:cNvCxnSpPr>
          <p:nvPr/>
        </p:nvCxnSpPr>
        <p:spPr>
          <a:xfrm rot="5400000">
            <a:off x="25617440" y="20748362"/>
            <a:ext cx="328119" cy="114099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Соединительная линия уступом 620">
            <a:extLst>
              <a:ext uri="{FF2B5EF4-FFF2-40B4-BE49-F238E27FC236}">
                <a16:creationId xmlns:a16="http://schemas.microsoft.com/office/drawing/2014/main" id="{5E57A4F6-6045-4C71-958E-E90F291954FE}"/>
              </a:ext>
            </a:extLst>
          </p:cNvPr>
          <p:cNvCxnSpPr>
            <a:cxnSpLocks/>
            <a:stCxn id="295" idx="2"/>
            <a:endCxn id="305" idx="0"/>
          </p:cNvCxnSpPr>
          <p:nvPr/>
        </p:nvCxnSpPr>
        <p:spPr>
          <a:xfrm rot="16200000" flipH="1">
            <a:off x="27922751" y="21585512"/>
            <a:ext cx="326831" cy="119840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Прямая со стрелкой 336">
            <a:extLst>
              <a:ext uri="{FF2B5EF4-FFF2-40B4-BE49-F238E27FC236}">
                <a16:creationId xmlns:a16="http://schemas.microsoft.com/office/drawing/2014/main" id="{DA015B83-BE4B-4AEF-B845-535A7B6B62DB}"/>
              </a:ext>
            </a:extLst>
          </p:cNvPr>
          <p:cNvCxnSpPr>
            <a:cxnSpLocks/>
            <a:stCxn id="295" idx="2"/>
            <a:endCxn id="312" idx="0"/>
          </p:cNvCxnSpPr>
          <p:nvPr/>
        </p:nvCxnSpPr>
        <p:spPr>
          <a:xfrm>
            <a:off x="27486965" y="22021298"/>
            <a:ext cx="0" cy="31499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Прямая со стрелкой 344">
            <a:extLst>
              <a:ext uri="{FF2B5EF4-FFF2-40B4-BE49-F238E27FC236}">
                <a16:creationId xmlns:a16="http://schemas.microsoft.com/office/drawing/2014/main" id="{67CD553F-BDA2-4CC9-B1D1-C274C4D4D028}"/>
              </a:ext>
            </a:extLst>
          </p:cNvPr>
          <p:cNvCxnSpPr>
            <a:cxnSpLocks/>
            <a:stCxn id="312" idx="2"/>
            <a:endCxn id="309" idx="0"/>
          </p:cNvCxnSpPr>
          <p:nvPr/>
        </p:nvCxnSpPr>
        <p:spPr>
          <a:xfrm>
            <a:off x="27486965" y="22876292"/>
            <a:ext cx="0" cy="27327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Соединительная линия уступом 620">
            <a:extLst>
              <a:ext uri="{FF2B5EF4-FFF2-40B4-BE49-F238E27FC236}">
                <a16:creationId xmlns:a16="http://schemas.microsoft.com/office/drawing/2014/main" id="{8B691B24-6E44-4EF0-9281-E69C16B797F2}"/>
              </a:ext>
            </a:extLst>
          </p:cNvPr>
          <p:cNvCxnSpPr>
            <a:cxnSpLocks/>
            <a:stCxn id="312" idx="2"/>
            <a:endCxn id="308" idx="0"/>
          </p:cNvCxnSpPr>
          <p:nvPr/>
        </p:nvCxnSpPr>
        <p:spPr>
          <a:xfrm rot="16200000" flipH="1">
            <a:off x="27951860" y="22411397"/>
            <a:ext cx="271922" cy="120171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Прямая со стрелкой 347">
            <a:extLst>
              <a:ext uri="{FF2B5EF4-FFF2-40B4-BE49-F238E27FC236}">
                <a16:creationId xmlns:a16="http://schemas.microsoft.com/office/drawing/2014/main" id="{FA13BDB9-8CAA-4E3B-879E-949DAA83E4D3}"/>
              </a:ext>
            </a:extLst>
          </p:cNvPr>
          <p:cNvCxnSpPr>
            <a:cxnSpLocks/>
            <a:stCxn id="305" idx="2"/>
            <a:endCxn id="308" idx="0"/>
          </p:cNvCxnSpPr>
          <p:nvPr/>
        </p:nvCxnSpPr>
        <p:spPr>
          <a:xfrm>
            <a:off x="28685367" y="22888129"/>
            <a:ext cx="3310" cy="26008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9" name="Прямоугольник 348">
            <a:extLst>
              <a:ext uri="{FF2B5EF4-FFF2-40B4-BE49-F238E27FC236}">
                <a16:creationId xmlns:a16="http://schemas.microsoft.com/office/drawing/2014/main" id="{A6283260-FFDF-4EBE-9DF9-43164E1B4220}"/>
              </a:ext>
            </a:extLst>
          </p:cNvPr>
          <p:cNvSpPr/>
          <p:nvPr/>
        </p:nvSpPr>
        <p:spPr>
          <a:xfrm>
            <a:off x="24750422" y="23151943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en-US" sz="700" dirty="0"/>
              <a:t>Grand battery</a:t>
            </a:r>
            <a:endParaRPr lang="ru-RU" sz="700" dirty="0"/>
          </a:p>
        </p:txBody>
      </p:sp>
      <p:cxnSp>
        <p:nvCxnSpPr>
          <p:cNvPr id="351" name="Соединительная линия уступом 595">
            <a:extLst>
              <a:ext uri="{FF2B5EF4-FFF2-40B4-BE49-F238E27FC236}">
                <a16:creationId xmlns:a16="http://schemas.microsoft.com/office/drawing/2014/main" id="{ADD0E4FC-4691-4F0F-8B79-C92DF07C303C}"/>
              </a:ext>
            </a:extLst>
          </p:cNvPr>
          <p:cNvCxnSpPr>
            <a:cxnSpLocks/>
            <a:stCxn id="308" idx="2"/>
            <a:endCxn id="302" idx="0"/>
          </p:cNvCxnSpPr>
          <p:nvPr/>
        </p:nvCxnSpPr>
        <p:spPr>
          <a:xfrm rot="5400000">
            <a:off x="27385750" y="22654459"/>
            <a:ext cx="269173" cy="2336682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2" name="Соединительная линия уступом 595">
            <a:extLst>
              <a:ext uri="{FF2B5EF4-FFF2-40B4-BE49-F238E27FC236}">
                <a16:creationId xmlns:a16="http://schemas.microsoft.com/office/drawing/2014/main" id="{25C1AB5C-771E-4000-9B8E-1664358EE07B}"/>
              </a:ext>
            </a:extLst>
          </p:cNvPr>
          <p:cNvCxnSpPr>
            <a:cxnSpLocks/>
            <a:stCxn id="301" idx="2"/>
            <a:endCxn id="302" idx="0"/>
          </p:cNvCxnSpPr>
          <p:nvPr/>
        </p:nvCxnSpPr>
        <p:spPr>
          <a:xfrm rot="16200000" flipH="1">
            <a:off x="25044907" y="22650298"/>
            <a:ext cx="269173" cy="2345003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4" name="Соединительная линия уступом 595">
            <a:extLst>
              <a:ext uri="{FF2B5EF4-FFF2-40B4-BE49-F238E27FC236}">
                <a16:creationId xmlns:a16="http://schemas.microsoft.com/office/drawing/2014/main" id="{CBCE90D3-3C6A-417F-9B30-2777DCE78B5A}"/>
              </a:ext>
            </a:extLst>
          </p:cNvPr>
          <p:cNvCxnSpPr>
            <a:cxnSpLocks/>
            <a:stCxn id="349" idx="2"/>
            <a:endCxn id="302" idx="0"/>
          </p:cNvCxnSpPr>
          <p:nvPr/>
        </p:nvCxnSpPr>
        <p:spPr>
          <a:xfrm rot="16200000" flipH="1">
            <a:off x="25650068" y="23255460"/>
            <a:ext cx="265444" cy="1138410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Соединительная линия уступом 595">
            <a:extLst>
              <a:ext uri="{FF2B5EF4-FFF2-40B4-BE49-F238E27FC236}">
                <a16:creationId xmlns:a16="http://schemas.microsoft.com/office/drawing/2014/main" id="{DEADF6F6-FC5E-4096-8D24-499AD21FBD2E}"/>
              </a:ext>
            </a:extLst>
          </p:cNvPr>
          <p:cNvCxnSpPr>
            <a:cxnSpLocks/>
            <a:stCxn id="309" idx="2"/>
            <a:endCxn id="302" idx="0"/>
          </p:cNvCxnSpPr>
          <p:nvPr/>
        </p:nvCxnSpPr>
        <p:spPr>
          <a:xfrm rot="5400000">
            <a:off x="26785571" y="23255993"/>
            <a:ext cx="267818" cy="1134970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8" name="Прямая со стрелкой 357">
            <a:extLst>
              <a:ext uri="{FF2B5EF4-FFF2-40B4-BE49-F238E27FC236}">
                <a16:creationId xmlns:a16="http://schemas.microsoft.com/office/drawing/2014/main" id="{1D21D7F0-0FF5-4FF8-AC44-FFCF584E13D6}"/>
              </a:ext>
            </a:extLst>
          </p:cNvPr>
          <p:cNvCxnSpPr>
            <a:cxnSpLocks/>
            <a:stCxn id="296" idx="2"/>
            <a:endCxn id="299" idx="0"/>
          </p:cNvCxnSpPr>
          <p:nvPr/>
        </p:nvCxnSpPr>
        <p:spPr>
          <a:xfrm>
            <a:off x="25211003" y="22022917"/>
            <a:ext cx="0" cy="32226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1" name="Прямая со стрелкой 360">
            <a:extLst>
              <a:ext uri="{FF2B5EF4-FFF2-40B4-BE49-F238E27FC236}">
                <a16:creationId xmlns:a16="http://schemas.microsoft.com/office/drawing/2014/main" id="{18191775-8916-47FA-A7F8-9945CF97C233}"/>
              </a:ext>
            </a:extLst>
          </p:cNvPr>
          <p:cNvCxnSpPr>
            <a:cxnSpLocks/>
            <a:stCxn id="299" idx="2"/>
            <a:endCxn id="349" idx="0"/>
          </p:cNvCxnSpPr>
          <p:nvPr/>
        </p:nvCxnSpPr>
        <p:spPr>
          <a:xfrm>
            <a:off x="25211003" y="22885185"/>
            <a:ext cx="2582" cy="26675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Соединительная линия уступом 595">
            <a:extLst>
              <a:ext uri="{FF2B5EF4-FFF2-40B4-BE49-F238E27FC236}">
                <a16:creationId xmlns:a16="http://schemas.microsoft.com/office/drawing/2014/main" id="{3CF8CF5E-D012-48B4-B22E-75462E2BEC5F}"/>
              </a:ext>
            </a:extLst>
          </p:cNvPr>
          <p:cNvCxnSpPr>
            <a:cxnSpLocks/>
            <a:stCxn id="296" idx="2"/>
            <a:endCxn id="377" idx="0"/>
          </p:cNvCxnSpPr>
          <p:nvPr/>
        </p:nvCxnSpPr>
        <p:spPr>
          <a:xfrm rot="16200000" flipH="1">
            <a:off x="25620924" y="21612995"/>
            <a:ext cx="321148" cy="1140991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Соединительная линия уступом 595">
            <a:extLst>
              <a:ext uri="{FF2B5EF4-FFF2-40B4-BE49-F238E27FC236}">
                <a16:creationId xmlns:a16="http://schemas.microsoft.com/office/drawing/2014/main" id="{9637F399-2433-4B02-9931-1E26E07F79DF}"/>
              </a:ext>
            </a:extLst>
          </p:cNvPr>
          <p:cNvCxnSpPr>
            <a:cxnSpLocks/>
            <a:stCxn id="295" idx="2"/>
            <a:endCxn id="377" idx="0"/>
          </p:cNvCxnSpPr>
          <p:nvPr/>
        </p:nvCxnSpPr>
        <p:spPr>
          <a:xfrm rot="5400000">
            <a:off x="26758097" y="21615196"/>
            <a:ext cx="322767" cy="1134971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6" name="Прямоугольник 365">
            <a:extLst>
              <a:ext uri="{FF2B5EF4-FFF2-40B4-BE49-F238E27FC236}">
                <a16:creationId xmlns:a16="http://schemas.microsoft.com/office/drawing/2014/main" id="{391CA492-D397-48BD-883A-6A194ADDB7F9}"/>
              </a:ext>
            </a:extLst>
          </p:cNvPr>
          <p:cNvSpPr/>
          <p:nvPr/>
        </p:nvSpPr>
        <p:spPr>
          <a:xfrm>
            <a:off x="23549438" y="22345185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Стандартизация фортификаций</a:t>
            </a:r>
          </a:p>
        </p:txBody>
      </p:sp>
      <p:cxnSp>
        <p:nvCxnSpPr>
          <p:cNvPr id="370" name="Соединительная линия уступом 620">
            <a:extLst>
              <a:ext uri="{FF2B5EF4-FFF2-40B4-BE49-F238E27FC236}">
                <a16:creationId xmlns:a16="http://schemas.microsoft.com/office/drawing/2014/main" id="{8D79AB5B-7485-4712-B9BB-B03A6B0DABDD}"/>
              </a:ext>
            </a:extLst>
          </p:cNvPr>
          <p:cNvCxnSpPr>
            <a:cxnSpLocks/>
            <a:stCxn id="296" idx="2"/>
            <a:endCxn id="366" idx="0"/>
          </p:cNvCxnSpPr>
          <p:nvPr/>
        </p:nvCxnSpPr>
        <p:spPr>
          <a:xfrm rot="5400000">
            <a:off x="24450668" y="21584850"/>
            <a:ext cx="322268" cy="119840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Соединительная линия уступом 620">
            <a:extLst>
              <a:ext uri="{FF2B5EF4-FFF2-40B4-BE49-F238E27FC236}">
                <a16:creationId xmlns:a16="http://schemas.microsoft.com/office/drawing/2014/main" id="{A670595C-ECB2-4176-8E98-880D643BE88B}"/>
              </a:ext>
            </a:extLst>
          </p:cNvPr>
          <p:cNvCxnSpPr>
            <a:cxnSpLocks/>
            <a:stCxn id="299" idx="2"/>
            <a:endCxn id="301" idx="0"/>
          </p:cNvCxnSpPr>
          <p:nvPr/>
        </p:nvCxnSpPr>
        <p:spPr>
          <a:xfrm rot="5400000">
            <a:off x="24477484" y="22414694"/>
            <a:ext cx="263029" cy="120401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Прямоугольник 379">
            <a:extLst>
              <a:ext uri="{FF2B5EF4-FFF2-40B4-BE49-F238E27FC236}">
                <a16:creationId xmlns:a16="http://schemas.microsoft.com/office/drawing/2014/main" id="{5A5FAC23-891F-46A8-8FE4-99B0165671E2}"/>
              </a:ext>
            </a:extLst>
          </p:cNvPr>
          <p:cNvSpPr/>
          <p:nvPr/>
        </p:nvSpPr>
        <p:spPr>
          <a:xfrm>
            <a:off x="27623003" y="23957387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Тактика моторизированного прорыва</a:t>
            </a:r>
          </a:p>
        </p:txBody>
      </p:sp>
      <p:cxnSp>
        <p:nvCxnSpPr>
          <p:cNvPr id="381" name="Соединительная линия уступом 620">
            <a:extLst>
              <a:ext uri="{FF2B5EF4-FFF2-40B4-BE49-F238E27FC236}">
                <a16:creationId xmlns:a16="http://schemas.microsoft.com/office/drawing/2014/main" id="{C862B6E1-AA2D-4F86-9F45-FDE225C04F1B}"/>
              </a:ext>
            </a:extLst>
          </p:cNvPr>
          <p:cNvCxnSpPr>
            <a:cxnSpLocks/>
            <a:stCxn id="308" idx="2"/>
            <a:endCxn id="380" idx="0"/>
          </p:cNvCxnSpPr>
          <p:nvPr/>
        </p:nvCxnSpPr>
        <p:spPr>
          <a:xfrm rot="5400000">
            <a:off x="28252836" y="23521545"/>
            <a:ext cx="269173" cy="60251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Соединительная линия уступом 620">
            <a:extLst>
              <a:ext uri="{FF2B5EF4-FFF2-40B4-BE49-F238E27FC236}">
                <a16:creationId xmlns:a16="http://schemas.microsoft.com/office/drawing/2014/main" id="{5EB7A2D7-3CD1-4553-BE8A-789B51CF3E32}"/>
              </a:ext>
            </a:extLst>
          </p:cNvPr>
          <p:cNvCxnSpPr>
            <a:cxnSpLocks/>
            <a:stCxn id="309" idx="2"/>
            <a:endCxn id="380" idx="0"/>
          </p:cNvCxnSpPr>
          <p:nvPr/>
        </p:nvCxnSpPr>
        <p:spPr>
          <a:xfrm rot="16200000" flipH="1">
            <a:off x="27652656" y="23523877"/>
            <a:ext cx="267818" cy="59920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6" name="Прямоугольник 385">
            <a:extLst>
              <a:ext uri="{FF2B5EF4-FFF2-40B4-BE49-F238E27FC236}">
                <a16:creationId xmlns:a16="http://schemas.microsoft.com/office/drawing/2014/main" id="{25DCB577-EA14-4EF1-8A6E-35501D841EAE}"/>
              </a:ext>
            </a:extLst>
          </p:cNvPr>
          <p:cNvSpPr/>
          <p:nvPr/>
        </p:nvSpPr>
        <p:spPr>
          <a:xfrm>
            <a:off x="24151488" y="23961942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Сконцентрироваться на выборе Луи Морена</a:t>
            </a:r>
          </a:p>
        </p:txBody>
      </p:sp>
      <p:cxnSp>
        <p:nvCxnSpPr>
          <p:cNvPr id="387" name="Соединительная линия уступом 620">
            <a:extLst>
              <a:ext uri="{FF2B5EF4-FFF2-40B4-BE49-F238E27FC236}">
                <a16:creationId xmlns:a16="http://schemas.microsoft.com/office/drawing/2014/main" id="{DE3752C1-EC20-4819-A028-095B0D327193}"/>
              </a:ext>
            </a:extLst>
          </p:cNvPr>
          <p:cNvCxnSpPr>
            <a:cxnSpLocks/>
            <a:stCxn id="349" idx="2"/>
            <a:endCxn id="386" idx="0"/>
          </p:cNvCxnSpPr>
          <p:nvPr/>
        </p:nvCxnSpPr>
        <p:spPr>
          <a:xfrm rot="5400000">
            <a:off x="24779119" y="23527475"/>
            <a:ext cx="269999" cy="59893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0" name="Прямоугольник 409">
            <a:extLst>
              <a:ext uri="{FF2B5EF4-FFF2-40B4-BE49-F238E27FC236}">
                <a16:creationId xmlns:a16="http://schemas.microsoft.com/office/drawing/2014/main" id="{3EF771E8-AF92-4B22-B8A3-D2522BB1D173}"/>
              </a:ext>
            </a:extLst>
          </p:cNvPr>
          <p:cNvSpPr/>
          <p:nvPr/>
        </p:nvSpPr>
        <p:spPr>
          <a:xfrm>
            <a:off x="24151488" y="24767387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Разработка сверхтяжёлых танков</a:t>
            </a:r>
          </a:p>
        </p:txBody>
      </p:sp>
      <p:cxnSp>
        <p:nvCxnSpPr>
          <p:cNvPr id="411" name="Прямая со стрелкой 410">
            <a:extLst>
              <a:ext uri="{FF2B5EF4-FFF2-40B4-BE49-F238E27FC236}">
                <a16:creationId xmlns:a16="http://schemas.microsoft.com/office/drawing/2014/main" id="{EDF0A284-4521-4E28-BFF6-E726A9E71ABA}"/>
              </a:ext>
            </a:extLst>
          </p:cNvPr>
          <p:cNvCxnSpPr>
            <a:cxnSpLocks/>
            <a:stCxn id="386" idx="2"/>
            <a:endCxn id="410" idx="0"/>
          </p:cNvCxnSpPr>
          <p:nvPr/>
        </p:nvCxnSpPr>
        <p:spPr>
          <a:xfrm>
            <a:off x="24614651" y="24501942"/>
            <a:ext cx="0" cy="26544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4" name="Прямоугольник 413">
            <a:extLst>
              <a:ext uri="{FF2B5EF4-FFF2-40B4-BE49-F238E27FC236}">
                <a16:creationId xmlns:a16="http://schemas.microsoft.com/office/drawing/2014/main" id="{3F65DC5C-8317-4936-B262-F4464A02897F}"/>
              </a:ext>
            </a:extLst>
          </p:cNvPr>
          <p:cNvSpPr/>
          <p:nvPr/>
        </p:nvSpPr>
        <p:spPr>
          <a:xfrm>
            <a:off x="27623003" y="24767387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Разработка САУ</a:t>
            </a:r>
          </a:p>
        </p:txBody>
      </p:sp>
      <p:cxnSp>
        <p:nvCxnSpPr>
          <p:cNvPr id="415" name="Прямая со стрелкой 414">
            <a:extLst>
              <a:ext uri="{FF2B5EF4-FFF2-40B4-BE49-F238E27FC236}">
                <a16:creationId xmlns:a16="http://schemas.microsoft.com/office/drawing/2014/main" id="{594BF6DC-AB2E-42D3-BCF7-8A483FC4E294}"/>
              </a:ext>
            </a:extLst>
          </p:cNvPr>
          <p:cNvCxnSpPr>
            <a:cxnSpLocks/>
            <a:stCxn id="380" idx="2"/>
            <a:endCxn id="414" idx="0"/>
          </p:cNvCxnSpPr>
          <p:nvPr/>
        </p:nvCxnSpPr>
        <p:spPr>
          <a:xfrm>
            <a:off x="28086166" y="24497387"/>
            <a:ext cx="0" cy="27000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Прямоугольник 349">
            <a:extLst>
              <a:ext uri="{FF2B5EF4-FFF2-40B4-BE49-F238E27FC236}">
                <a16:creationId xmlns:a16="http://schemas.microsoft.com/office/drawing/2014/main" id="{E4F8202D-E0A0-4FEF-9048-C9AE139FEE7E}"/>
              </a:ext>
            </a:extLst>
          </p:cNvPr>
          <p:cNvSpPr/>
          <p:nvPr/>
        </p:nvSpPr>
        <p:spPr>
          <a:xfrm>
            <a:off x="22799654" y="2095386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Увеличение срока службы</a:t>
            </a:r>
          </a:p>
        </p:txBody>
      </p:sp>
      <p:cxnSp>
        <p:nvCxnSpPr>
          <p:cNvPr id="360" name="Прямая со стрелкой 359">
            <a:extLst>
              <a:ext uri="{FF2B5EF4-FFF2-40B4-BE49-F238E27FC236}">
                <a16:creationId xmlns:a16="http://schemas.microsoft.com/office/drawing/2014/main" id="{221D054B-9808-4236-9164-66FCDDBC0B23}"/>
              </a:ext>
            </a:extLst>
          </p:cNvPr>
          <p:cNvCxnSpPr>
            <a:cxnSpLocks/>
            <a:stCxn id="582" idx="2"/>
            <a:endCxn id="350" idx="0"/>
          </p:cNvCxnSpPr>
          <p:nvPr/>
        </p:nvCxnSpPr>
        <p:spPr>
          <a:xfrm flipH="1">
            <a:off x="23262817" y="1820713"/>
            <a:ext cx="1" cy="27467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Соединительная линия уступом 595">
            <a:extLst>
              <a:ext uri="{FF2B5EF4-FFF2-40B4-BE49-F238E27FC236}">
                <a16:creationId xmlns:a16="http://schemas.microsoft.com/office/drawing/2014/main" id="{404522E8-98CE-48F3-886B-3DFEFCAB2F04}"/>
              </a:ext>
            </a:extLst>
          </p:cNvPr>
          <p:cNvCxnSpPr>
            <a:cxnSpLocks/>
            <a:stCxn id="312" idx="2"/>
            <a:endCxn id="141" idx="0"/>
          </p:cNvCxnSpPr>
          <p:nvPr/>
        </p:nvCxnSpPr>
        <p:spPr>
          <a:xfrm rot="5400000">
            <a:off x="26781132" y="22448233"/>
            <a:ext cx="277774" cy="1133892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6" name="Соединительная линия уступом 595">
            <a:extLst>
              <a:ext uri="{FF2B5EF4-FFF2-40B4-BE49-F238E27FC236}">
                <a16:creationId xmlns:a16="http://schemas.microsoft.com/office/drawing/2014/main" id="{036731F6-216F-4CF7-829B-3EF2071868D8}"/>
              </a:ext>
            </a:extLst>
          </p:cNvPr>
          <p:cNvCxnSpPr>
            <a:cxnSpLocks/>
            <a:stCxn id="299" idx="2"/>
            <a:endCxn id="141" idx="0"/>
          </p:cNvCxnSpPr>
          <p:nvPr/>
        </p:nvCxnSpPr>
        <p:spPr>
          <a:xfrm rot="16200000" flipH="1">
            <a:off x="25647598" y="22448590"/>
            <a:ext cx="268881" cy="1142070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7" name="Прямоугольник 376">
            <a:extLst>
              <a:ext uri="{FF2B5EF4-FFF2-40B4-BE49-F238E27FC236}">
                <a16:creationId xmlns:a16="http://schemas.microsoft.com/office/drawing/2014/main" id="{F240AE28-BBA5-4300-8B71-54E9A3529D50}"/>
              </a:ext>
            </a:extLst>
          </p:cNvPr>
          <p:cNvSpPr/>
          <p:nvPr/>
        </p:nvSpPr>
        <p:spPr>
          <a:xfrm>
            <a:off x="25888831" y="22344065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Кредит на национальную оборону</a:t>
            </a:r>
          </a:p>
        </p:txBody>
      </p:sp>
      <p:cxnSp>
        <p:nvCxnSpPr>
          <p:cNvPr id="378" name="Прямая со стрелкой 377">
            <a:extLst>
              <a:ext uri="{FF2B5EF4-FFF2-40B4-BE49-F238E27FC236}">
                <a16:creationId xmlns:a16="http://schemas.microsoft.com/office/drawing/2014/main" id="{E1178EE5-C30E-4E5B-BB56-4E9A85C0F81E}"/>
              </a:ext>
            </a:extLst>
          </p:cNvPr>
          <p:cNvCxnSpPr>
            <a:cxnSpLocks/>
            <a:stCxn id="200" idx="2"/>
            <a:endCxn id="191" idx="0"/>
          </p:cNvCxnSpPr>
          <p:nvPr/>
        </p:nvCxnSpPr>
        <p:spPr>
          <a:xfrm>
            <a:off x="32920254" y="21153442"/>
            <a:ext cx="0" cy="3173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4" name="Прямоугольник 383">
            <a:extLst>
              <a:ext uri="{FF2B5EF4-FFF2-40B4-BE49-F238E27FC236}">
                <a16:creationId xmlns:a16="http://schemas.microsoft.com/office/drawing/2014/main" id="{E2106C95-39D3-4699-BF89-0430620D7EF8}"/>
              </a:ext>
            </a:extLst>
          </p:cNvPr>
          <p:cNvSpPr/>
          <p:nvPr/>
        </p:nvSpPr>
        <p:spPr>
          <a:xfrm>
            <a:off x="19368174" y="18331630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Введение линкоров класса «Дюнкерк» в эксплуатацию</a:t>
            </a:r>
          </a:p>
        </p:txBody>
      </p:sp>
      <p:sp>
        <p:nvSpPr>
          <p:cNvPr id="385" name="Прямоугольник 384">
            <a:extLst>
              <a:ext uri="{FF2B5EF4-FFF2-40B4-BE49-F238E27FC236}">
                <a16:creationId xmlns:a16="http://schemas.microsoft.com/office/drawing/2014/main" id="{D7B11610-F004-4A2B-8C30-3A2511789940}"/>
              </a:ext>
            </a:extLst>
          </p:cNvPr>
          <p:cNvSpPr/>
          <p:nvPr/>
        </p:nvSpPr>
        <p:spPr>
          <a:xfrm>
            <a:off x="19368173" y="19080913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Заложить новый класс линкора</a:t>
            </a:r>
          </a:p>
        </p:txBody>
      </p:sp>
      <p:sp>
        <p:nvSpPr>
          <p:cNvPr id="390" name="Прямоугольник 389">
            <a:extLst>
              <a:ext uri="{FF2B5EF4-FFF2-40B4-BE49-F238E27FC236}">
                <a16:creationId xmlns:a16="http://schemas.microsoft.com/office/drawing/2014/main" id="{E498CB95-D605-4914-A6AD-3C16C85FD58E}"/>
              </a:ext>
            </a:extLst>
          </p:cNvPr>
          <p:cNvSpPr/>
          <p:nvPr/>
        </p:nvSpPr>
        <p:spPr>
          <a:xfrm>
            <a:off x="19368173" y="20619541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Рывок в </a:t>
            </a:r>
            <a:r>
              <a:rPr lang="ru-RU" sz="600" dirty="0" err="1"/>
              <a:t>линкоростроении</a:t>
            </a:r>
            <a:endParaRPr lang="ru-RU" sz="700" dirty="0"/>
          </a:p>
        </p:txBody>
      </p:sp>
      <p:sp>
        <p:nvSpPr>
          <p:cNvPr id="391" name="Прямоугольник 390">
            <a:extLst>
              <a:ext uri="{FF2B5EF4-FFF2-40B4-BE49-F238E27FC236}">
                <a16:creationId xmlns:a16="http://schemas.microsoft.com/office/drawing/2014/main" id="{1D9A4B7B-F5A6-4CC2-9EC9-585ACB29A23D}"/>
              </a:ext>
            </a:extLst>
          </p:cNvPr>
          <p:cNvSpPr/>
          <p:nvPr/>
        </p:nvSpPr>
        <p:spPr>
          <a:xfrm>
            <a:off x="18152494" y="20622310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Расширить программу подводных крейсеров</a:t>
            </a:r>
          </a:p>
        </p:txBody>
      </p:sp>
      <p:sp>
        <p:nvSpPr>
          <p:cNvPr id="393" name="Прямоугольник 392">
            <a:extLst>
              <a:ext uri="{FF2B5EF4-FFF2-40B4-BE49-F238E27FC236}">
                <a16:creationId xmlns:a16="http://schemas.microsoft.com/office/drawing/2014/main" id="{24A206EE-40D6-469C-A366-13807CE267FD}"/>
              </a:ext>
            </a:extLst>
          </p:cNvPr>
          <p:cNvSpPr/>
          <p:nvPr/>
        </p:nvSpPr>
        <p:spPr>
          <a:xfrm>
            <a:off x="16949668" y="19079209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Продолжить развитие подводного флота</a:t>
            </a:r>
          </a:p>
        </p:txBody>
      </p:sp>
      <p:sp>
        <p:nvSpPr>
          <p:cNvPr id="394" name="Прямоугольник 393">
            <a:extLst>
              <a:ext uri="{FF2B5EF4-FFF2-40B4-BE49-F238E27FC236}">
                <a16:creationId xmlns:a16="http://schemas.microsoft.com/office/drawing/2014/main" id="{9843346A-3C6C-43B8-B21E-F461E0B3A65C}"/>
              </a:ext>
            </a:extLst>
          </p:cNvPr>
          <p:cNvSpPr/>
          <p:nvPr/>
        </p:nvSpPr>
        <p:spPr>
          <a:xfrm>
            <a:off x="16948240" y="20622084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Морской «Феникс»</a:t>
            </a:r>
          </a:p>
        </p:txBody>
      </p:sp>
      <p:sp>
        <p:nvSpPr>
          <p:cNvPr id="395" name="Прямоугольник 394">
            <a:extLst>
              <a:ext uri="{FF2B5EF4-FFF2-40B4-BE49-F238E27FC236}">
                <a16:creationId xmlns:a16="http://schemas.microsoft.com/office/drawing/2014/main" id="{E109C510-C827-4D35-8DB1-33A0CAC024E4}"/>
              </a:ext>
            </a:extLst>
          </p:cNvPr>
          <p:cNvSpPr/>
          <p:nvPr/>
        </p:nvSpPr>
        <p:spPr>
          <a:xfrm>
            <a:off x="18156731" y="19821421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Выделить средства для увеличения флота</a:t>
            </a:r>
          </a:p>
        </p:txBody>
      </p:sp>
      <p:sp>
        <p:nvSpPr>
          <p:cNvPr id="400" name="Прямоугольник 399">
            <a:extLst>
              <a:ext uri="{FF2B5EF4-FFF2-40B4-BE49-F238E27FC236}">
                <a16:creationId xmlns:a16="http://schemas.microsoft.com/office/drawing/2014/main" id="{F5B3C573-C8AC-4E2B-BF5E-24E42409FDC8}"/>
              </a:ext>
            </a:extLst>
          </p:cNvPr>
          <p:cNvSpPr/>
          <p:nvPr/>
        </p:nvSpPr>
        <p:spPr>
          <a:xfrm>
            <a:off x="18156268" y="19075481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Подготовить технологии для модернизации эсминцев</a:t>
            </a:r>
          </a:p>
        </p:txBody>
      </p:sp>
      <p:sp>
        <p:nvSpPr>
          <p:cNvPr id="399" name="Прямоугольник 398">
            <a:extLst>
              <a:ext uri="{FF2B5EF4-FFF2-40B4-BE49-F238E27FC236}">
                <a16:creationId xmlns:a16="http://schemas.microsoft.com/office/drawing/2014/main" id="{02AEDB2C-027A-4D72-8AC8-9CEF212067BE}"/>
              </a:ext>
            </a:extLst>
          </p:cNvPr>
          <p:cNvSpPr/>
          <p:nvPr/>
        </p:nvSpPr>
        <p:spPr>
          <a:xfrm>
            <a:off x="17550481" y="21481298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Принять доктрину </a:t>
            </a:r>
            <a:r>
              <a:rPr lang="ru-RU" sz="700" dirty="0" err="1"/>
              <a:t>Кастекса</a:t>
            </a:r>
            <a:endParaRPr lang="ru-RU" sz="700" dirty="0"/>
          </a:p>
        </p:txBody>
      </p:sp>
      <p:sp>
        <p:nvSpPr>
          <p:cNvPr id="401" name="Прямоугольник 400">
            <a:extLst>
              <a:ext uri="{FF2B5EF4-FFF2-40B4-BE49-F238E27FC236}">
                <a16:creationId xmlns:a16="http://schemas.microsoft.com/office/drawing/2014/main" id="{60BFB6B5-D184-4726-8E9A-2183B3BFB204}"/>
              </a:ext>
            </a:extLst>
          </p:cNvPr>
          <p:cNvSpPr/>
          <p:nvPr/>
        </p:nvSpPr>
        <p:spPr>
          <a:xfrm>
            <a:off x="16949667" y="22341942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Строгая организация штабного командования</a:t>
            </a:r>
          </a:p>
        </p:txBody>
      </p:sp>
      <p:sp>
        <p:nvSpPr>
          <p:cNvPr id="403" name="Прямоугольник 402">
            <a:extLst>
              <a:ext uri="{FF2B5EF4-FFF2-40B4-BE49-F238E27FC236}">
                <a16:creationId xmlns:a16="http://schemas.microsoft.com/office/drawing/2014/main" id="{72B8F598-21A8-4229-88B8-5BFC28C17A83}"/>
              </a:ext>
            </a:extLst>
          </p:cNvPr>
          <p:cNvSpPr/>
          <p:nvPr/>
        </p:nvSpPr>
        <p:spPr>
          <a:xfrm>
            <a:off x="21151538" y="21481297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Избавиться от Азиатского наследия империи</a:t>
            </a:r>
          </a:p>
        </p:txBody>
      </p:sp>
      <p:cxnSp>
        <p:nvCxnSpPr>
          <p:cNvPr id="405" name="Соединительная линия уступом 620">
            <a:extLst>
              <a:ext uri="{FF2B5EF4-FFF2-40B4-BE49-F238E27FC236}">
                <a16:creationId xmlns:a16="http://schemas.microsoft.com/office/drawing/2014/main" id="{850483F9-3654-4014-91C1-B271888AE795}"/>
              </a:ext>
            </a:extLst>
          </p:cNvPr>
          <p:cNvCxnSpPr>
            <a:cxnSpLocks/>
            <a:stCxn id="161" idx="2"/>
            <a:endCxn id="403" idx="0"/>
          </p:cNvCxnSpPr>
          <p:nvPr/>
        </p:nvCxnSpPr>
        <p:spPr>
          <a:xfrm rot="5400000">
            <a:off x="22079749" y="20695602"/>
            <a:ext cx="320647" cy="125074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7" name="Прямоугольник 406">
            <a:extLst>
              <a:ext uri="{FF2B5EF4-FFF2-40B4-BE49-F238E27FC236}">
                <a16:creationId xmlns:a16="http://schemas.microsoft.com/office/drawing/2014/main" id="{139DE6E6-744D-4A16-9A1F-8A1E56EE2FA5}"/>
              </a:ext>
            </a:extLst>
          </p:cNvPr>
          <p:cNvSpPr/>
          <p:nvPr/>
        </p:nvSpPr>
        <p:spPr>
          <a:xfrm>
            <a:off x="17550481" y="23148214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Реструктуризация французской военно-морской системы</a:t>
            </a:r>
          </a:p>
        </p:txBody>
      </p:sp>
      <p:cxnSp>
        <p:nvCxnSpPr>
          <p:cNvPr id="408" name="Соединительная линия уступом 620">
            <a:extLst>
              <a:ext uri="{FF2B5EF4-FFF2-40B4-BE49-F238E27FC236}">
                <a16:creationId xmlns:a16="http://schemas.microsoft.com/office/drawing/2014/main" id="{CEEAF265-5C67-485B-A811-F2D0CDD6F332}"/>
              </a:ext>
            </a:extLst>
          </p:cNvPr>
          <p:cNvCxnSpPr>
            <a:cxnSpLocks/>
            <a:stCxn id="384" idx="2"/>
            <a:endCxn id="393" idx="0"/>
          </p:cNvCxnSpPr>
          <p:nvPr/>
        </p:nvCxnSpPr>
        <p:spPr>
          <a:xfrm rot="5400000">
            <a:off x="18518295" y="17766166"/>
            <a:ext cx="207579" cy="2418506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Соединительная линия уступом 620">
            <a:extLst>
              <a:ext uri="{FF2B5EF4-FFF2-40B4-BE49-F238E27FC236}">
                <a16:creationId xmlns:a16="http://schemas.microsoft.com/office/drawing/2014/main" id="{1B403429-79F8-43AD-8D9E-D97E08743448}"/>
              </a:ext>
            </a:extLst>
          </p:cNvPr>
          <p:cNvCxnSpPr>
            <a:cxnSpLocks/>
            <a:stCxn id="384" idx="2"/>
            <a:endCxn id="400" idx="0"/>
          </p:cNvCxnSpPr>
          <p:nvPr/>
        </p:nvCxnSpPr>
        <p:spPr>
          <a:xfrm rot="5400000">
            <a:off x="19123459" y="18367602"/>
            <a:ext cx="203851" cy="1211906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8" name="Прямая со стрелкой 417">
            <a:extLst>
              <a:ext uri="{FF2B5EF4-FFF2-40B4-BE49-F238E27FC236}">
                <a16:creationId xmlns:a16="http://schemas.microsoft.com/office/drawing/2014/main" id="{651DD84F-062F-42CF-8BDB-33D8E3A82AF8}"/>
              </a:ext>
            </a:extLst>
          </p:cNvPr>
          <p:cNvCxnSpPr>
            <a:cxnSpLocks/>
            <a:stCxn id="384" idx="2"/>
            <a:endCxn id="385" idx="0"/>
          </p:cNvCxnSpPr>
          <p:nvPr/>
        </p:nvCxnSpPr>
        <p:spPr>
          <a:xfrm flipH="1">
            <a:off x="19831336" y="18871630"/>
            <a:ext cx="1" cy="209283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2" name="Соединительная линия уступом 595">
            <a:extLst>
              <a:ext uri="{FF2B5EF4-FFF2-40B4-BE49-F238E27FC236}">
                <a16:creationId xmlns:a16="http://schemas.microsoft.com/office/drawing/2014/main" id="{E2D12288-C2A5-41B9-80C8-A555C25B9861}"/>
              </a:ext>
            </a:extLst>
          </p:cNvPr>
          <p:cNvCxnSpPr>
            <a:cxnSpLocks/>
            <a:stCxn id="393" idx="2"/>
            <a:endCxn id="395" idx="0"/>
          </p:cNvCxnSpPr>
          <p:nvPr/>
        </p:nvCxnSpPr>
        <p:spPr>
          <a:xfrm rot="16200000" flipH="1">
            <a:off x="17915256" y="19116783"/>
            <a:ext cx="202212" cy="1207063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3" name="Соединительная линия уступом 595">
            <a:extLst>
              <a:ext uri="{FF2B5EF4-FFF2-40B4-BE49-F238E27FC236}">
                <a16:creationId xmlns:a16="http://schemas.microsoft.com/office/drawing/2014/main" id="{EA88B3D3-90FB-4665-8CAB-A0CD467CDEE4}"/>
              </a:ext>
            </a:extLst>
          </p:cNvPr>
          <p:cNvCxnSpPr>
            <a:cxnSpLocks/>
            <a:stCxn id="385" idx="2"/>
            <a:endCxn id="395" idx="0"/>
          </p:cNvCxnSpPr>
          <p:nvPr/>
        </p:nvCxnSpPr>
        <p:spPr>
          <a:xfrm rot="5400000">
            <a:off x="19125361" y="19115446"/>
            <a:ext cx="200508" cy="1211442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5" name="Соединительная линия уступом 595">
            <a:extLst>
              <a:ext uri="{FF2B5EF4-FFF2-40B4-BE49-F238E27FC236}">
                <a16:creationId xmlns:a16="http://schemas.microsoft.com/office/drawing/2014/main" id="{E2097CD4-90D1-4DE4-BC63-DCD43605E06D}"/>
              </a:ext>
            </a:extLst>
          </p:cNvPr>
          <p:cNvCxnSpPr>
            <a:cxnSpLocks/>
            <a:stCxn id="400" idx="2"/>
            <a:endCxn id="395" idx="0"/>
          </p:cNvCxnSpPr>
          <p:nvPr/>
        </p:nvCxnSpPr>
        <p:spPr>
          <a:xfrm rot="16200000" flipH="1">
            <a:off x="18516692" y="19718219"/>
            <a:ext cx="205940" cy="463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Соединительная линия уступом 620">
            <a:extLst>
              <a:ext uri="{FF2B5EF4-FFF2-40B4-BE49-F238E27FC236}">
                <a16:creationId xmlns:a16="http://schemas.microsoft.com/office/drawing/2014/main" id="{88BA107F-36E2-4878-88AA-D9D1594A7BFA}"/>
              </a:ext>
            </a:extLst>
          </p:cNvPr>
          <p:cNvCxnSpPr>
            <a:cxnSpLocks/>
            <a:stCxn id="395" idx="2"/>
            <a:endCxn id="394" idx="0"/>
          </p:cNvCxnSpPr>
          <p:nvPr/>
        </p:nvCxnSpPr>
        <p:spPr>
          <a:xfrm rot="5400000">
            <a:off x="17885318" y="19887507"/>
            <a:ext cx="260663" cy="120849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9" name="Соединительная линия уступом 620">
            <a:extLst>
              <a:ext uri="{FF2B5EF4-FFF2-40B4-BE49-F238E27FC236}">
                <a16:creationId xmlns:a16="http://schemas.microsoft.com/office/drawing/2014/main" id="{AFF3D965-62A4-4823-941B-E4B00D9B4656}"/>
              </a:ext>
            </a:extLst>
          </p:cNvPr>
          <p:cNvCxnSpPr>
            <a:cxnSpLocks/>
            <a:stCxn id="395" idx="2"/>
            <a:endCxn id="390" idx="0"/>
          </p:cNvCxnSpPr>
          <p:nvPr/>
        </p:nvCxnSpPr>
        <p:spPr>
          <a:xfrm rot="16200000" flipH="1">
            <a:off x="19096555" y="19884760"/>
            <a:ext cx="258120" cy="1211442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Соединительная линия уступом 620">
            <a:extLst>
              <a:ext uri="{FF2B5EF4-FFF2-40B4-BE49-F238E27FC236}">
                <a16:creationId xmlns:a16="http://schemas.microsoft.com/office/drawing/2014/main" id="{8DFC24C3-7CEB-4197-9269-6E1068AB7CAD}"/>
              </a:ext>
            </a:extLst>
          </p:cNvPr>
          <p:cNvCxnSpPr>
            <a:cxnSpLocks/>
            <a:stCxn id="395" idx="2"/>
            <a:endCxn id="399" idx="0"/>
          </p:cNvCxnSpPr>
          <p:nvPr/>
        </p:nvCxnSpPr>
        <p:spPr>
          <a:xfrm rot="5400000">
            <a:off x="17756831" y="20618234"/>
            <a:ext cx="1119877" cy="606250"/>
          </a:xfrm>
          <a:prstGeom prst="bentConnector3">
            <a:avLst>
              <a:gd name="adj1" fmla="val 11866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Соединительная линия уступом 620">
            <a:extLst>
              <a:ext uri="{FF2B5EF4-FFF2-40B4-BE49-F238E27FC236}">
                <a16:creationId xmlns:a16="http://schemas.microsoft.com/office/drawing/2014/main" id="{2C5EEACD-D177-4415-B802-29B13184FA29}"/>
              </a:ext>
            </a:extLst>
          </p:cNvPr>
          <p:cNvCxnSpPr>
            <a:cxnSpLocks/>
            <a:stCxn id="399" idx="2"/>
            <a:endCxn id="401" idx="0"/>
          </p:cNvCxnSpPr>
          <p:nvPr/>
        </p:nvCxnSpPr>
        <p:spPr>
          <a:xfrm rot="5400000">
            <a:off x="17552915" y="21881213"/>
            <a:ext cx="320644" cy="60081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Прямая со стрелкой 432">
            <a:extLst>
              <a:ext uri="{FF2B5EF4-FFF2-40B4-BE49-F238E27FC236}">
                <a16:creationId xmlns:a16="http://schemas.microsoft.com/office/drawing/2014/main" id="{3C697C7B-4539-4833-8131-513622ADC840}"/>
              </a:ext>
            </a:extLst>
          </p:cNvPr>
          <p:cNvCxnSpPr>
            <a:cxnSpLocks/>
            <a:stCxn id="399" idx="2"/>
            <a:endCxn id="407" idx="0"/>
          </p:cNvCxnSpPr>
          <p:nvPr/>
        </p:nvCxnSpPr>
        <p:spPr>
          <a:xfrm>
            <a:off x="18013644" y="22021298"/>
            <a:ext cx="0" cy="112691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Прямая соединительная линия 433">
            <a:extLst>
              <a:ext uri="{FF2B5EF4-FFF2-40B4-BE49-F238E27FC236}">
                <a16:creationId xmlns:a16="http://schemas.microsoft.com/office/drawing/2014/main" id="{027C4293-F326-4B59-9CFA-0015830BEF1F}"/>
              </a:ext>
            </a:extLst>
          </p:cNvPr>
          <p:cNvCxnSpPr>
            <a:cxnSpLocks/>
            <a:stCxn id="399" idx="3"/>
            <a:endCxn id="436" idx="1"/>
          </p:cNvCxnSpPr>
          <p:nvPr/>
        </p:nvCxnSpPr>
        <p:spPr>
          <a:xfrm>
            <a:off x="18476806" y="21751298"/>
            <a:ext cx="272076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5" name="Прямая со стрелкой 434">
            <a:extLst>
              <a:ext uri="{FF2B5EF4-FFF2-40B4-BE49-F238E27FC236}">
                <a16:creationId xmlns:a16="http://schemas.microsoft.com/office/drawing/2014/main" id="{12C5C061-B54F-42E5-B820-5D5DCD153614}"/>
              </a:ext>
            </a:extLst>
          </p:cNvPr>
          <p:cNvCxnSpPr>
            <a:cxnSpLocks/>
            <a:stCxn id="395" idx="2"/>
            <a:endCxn id="391" idx="0"/>
          </p:cNvCxnSpPr>
          <p:nvPr/>
        </p:nvCxnSpPr>
        <p:spPr>
          <a:xfrm flipH="1">
            <a:off x="18615657" y="20361421"/>
            <a:ext cx="4237" cy="260889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6" name="Прямоугольник 435">
            <a:extLst>
              <a:ext uri="{FF2B5EF4-FFF2-40B4-BE49-F238E27FC236}">
                <a16:creationId xmlns:a16="http://schemas.microsoft.com/office/drawing/2014/main" id="{4F280486-EF3A-49A7-80CF-AC144869E700}"/>
              </a:ext>
            </a:extLst>
          </p:cNvPr>
          <p:cNvSpPr/>
          <p:nvPr/>
        </p:nvSpPr>
        <p:spPr>
          <a:xfrm>
            <a:off x="18748882" y="21481298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Модернизация по доктрине </a:t>
            </a:r>
            <a:r>
              <a:rPr lang="ru-RU" sz="700" dirty="0" err="1"/>
              <a:t>Эстевы</a:t>
            </a:r>
            <a:endParaRPr lang="ru-RU" sz="700" dirty="0"/>
          </a:p>
        </p:txBody>
      </p:sp>
      <p:cxnSp>
        <p:nvCxnSpPr>
          <p:cNvPr id="437" name="Соединительная линия уступом 620">
            <a:extLst>
              <a:ext uri="{FF2B5EF4-FFF2-40B4-BE49-F238E27FC236}">
                <a16:creationId xmlns:a16="http://schemas.microsoft.com/office/drawing/2014/main" id="{AD760B19-0C98-4705-9FFF-7C50774E6C41}"/>
              </a:ext>
            </a:extLst>
          </p:cNvPr>
          <p:cNvCxnSpPr>
            <a:cxnSpLocks/>
            <a:stCxn id="395" idx="2"/>
            <a:endCxn id="436" idx="0"/>
          </p:cNvCxnSpPr>
          <p:nvPr/>
        </p:nvCxnSpPr>
        <p:spPr>
          <a:xfrm rot="16200000" flipH="1">
            <a:off x="18356031" y="20625283"/>
            <a:ext cx="1119877" cy="592151"/>
          </a:xfrm>
          <a:prstGeom prst="bentConnector3">
            <a:avLst>
              <a:gd name="adj1" fmla="val 11417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8" name="Прямоугольник 437">
            <a:extLst>
              <a:ext uri="{FF2B5EF4-FFF2-40B4-BE49-F238E27FC236}">
                <a16:creationId xmlns:a16="http://schemas.microsoft.com/office/drawing/2014/main" id="{70529DC9-4496-42F5-BD0E-B4B7912E1AEA}"/>
              </a:ext>
            </a:extLst>
          </p:cNvPr>
          <p:cNvSpPr/>
          <p:nvPr/>
        </p:nvSpPr>
        <p:spPr>
          <a:xfrm>
            <a:off x="19947284" y="21481297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Перейти на доктрину Молодой школы</a:t>
            </a:r>
          </a:p>
        </p:txBody>
      </p:sp>
      <p:sp>
        <p:nvSpPr>
          <p:cNvPr id="439" name="Прямоугольник 438">
            <a:extLst>
              <a:ext uri="{FF2B5EF4-FFF2-40B4-BE49-F238E27FC236}">
                <a16:creationId xmlns:a16="http://schemas.microsoft.com/office/drawing/2014/main" id="{D7BA30F5-BB15-485A-BB26-1DAE16E045A8}"/>
              </a:ext>
            </a:extLst>
          </p:cNvPr>
          <p:cNvSpPr/>
          <p:nvPr/>
        </p:nvSpPr>
        <p:spPr>
          <a:xfrm>
            <a:off x="18153823" y="22346496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Направить усилия на строительство морской авиации</a:t>
            </a:r>
          </a:p>
        </p:txBody>
      </p:sp>
      <p:cxnSp>
        <p:nvCxnSpPr>
          <p:cNvPr id="440" name="Прямая соединительная линия 439">
            <a:extLst>
              <a:ext uri="{FF2B5EF4-FFF2-40B4-BE49-F238E27FC236}">
                <a16:creationId xmlns:a16="http://schemas.microsoft.com/office/drawing/2014/main" id="{E67A3206-6840-4A07-941F-C7E88464495A}"/>
              </a:ext>
            </a:extLst>
          </p:cNvPr>
          <p:cNvCxnSpPr>
            <a:cxnSpLocks/>
            <a:stCxn id="436" idx="3"/>
            <a:endCxn id="438" idx="1"/>
          </p:cNvCxnSpPr>
          <p:nvPr/>
        </p:nvCxnSpPr>
        <p:spPr>
          <a:xfrm flipV="1">
            <a:off x="19675207" y="21751297"/>
            <a:ext cx="272077" cy="1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2" name="Соединительная линия уступом 620">
            <a:extLst>
              <a:ext uri="{FF2B5EF4-FFF2-40B4-BE49-F238E27FC236}">
                <a16:creationId xmlns:a16="http://schemas.microsoft.com/office/drawing/2014/main" id="{5D6F4501-D15F-4EE4-8B79-51EA6D530BF5}"/>
              </a:ext>
            </a:extLst>
          </p:cNvPr>
          <p:cNvCxnSpPr>
            <a:cxnSpLocks/>
            <a:stCxn id="395" idx="2"/>
            <a:endCxn id="438" idx="0"/>
          </p:cNvCxnSpPr>
          <p:nvPr/>
        </p:nvCxnSpPr>
        <p:spPr>
          <a:xfrm rot="16200000" flipH="1">
            <a:off x="18955232" y="20026082"/>
            <a:ext cx="1119876" cy="1790553"/>
          </a:xfrm>
          <a:prstGeom prst="bentConnector3">
            <a:avLst>
              <a:gd name="adj1" fmla="val 10969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3" name="Прямоугольник 442">
            <a:extLst>
              <a:ext uri="{FF2B5EF4-FFF2-40B4-BE49-F238E27FC236}">
                <a16:creationId xmlns:a16="http://schemas.microsoft.com/office/drawing/2014/main" id="{84074633-8021-4075-8123-3D186110B490}"/>
              </a:ext>
            </a:extLst>
          </p:cNvPr>
          <p:cNvSpPr/>
          <p:nvPr/>
        </p:nvSpPr>
        <p:spPr>
          <a:xfrm>
            <a:off x="19368173" y="22341942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Модернизация концепции малого флота</a:t>
            </a:r>
          </a:p>
        </p:txBody>
      </p:sp>
      <p:sp>
        <p:nvSpPr>
          <p:cNvPr id="447" name="Прямоугольник 446">
            <a:extLst>
              <a:ext uri="{FF2B5EF4-FFF2-40B4-BE49-F238E27FC236}">
                <a16:creationId xmlns:a16="http://schemas.microsoft.com/office/drawing/2014/main" id="{E12DB98F-CE5D-4876-9319-398EB0DC8CAD}"/>
              </a:ext>
            </a:extLst>
          </p:cNvPr>
          <p:cNvSpPr/>
          <p:nvPr/>
        </p:nvSpPr>
        <p:spPr>
          <a:xfrm>
            <a:off x="18748160" y="23147386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Ставка на авианосцы</a:t>
            </a:r>
          </a:p>
        </p:txBody>
      </p:sp>
      <p:sp>
        <p:nvSpPr>
          <p:cNvPr id="448" name="Прямоугольник 447">
            <a:extLst>
              <a:ext uri="{FF2B5EF4-FFF2-40B4-BE49-F238E27FC236}">
                <a16:creationId xmlns:a16="http://schemas.microsoft.com/office/drawing/2014/main" id="{C3D42C29-29E7-4CA2-A33F-27F57A62E100}"/>
              </a:ext>
            </a:extLst>
          </p:cNvPr>
          <p:cNvSpPr/>
          <p:nvPr/>
        </p:nvSpPr>
        <p:spPr>
          <a:xfrm>
            <a:off x="19946562" y="23148213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Улучшить технологии миноносцев</a:t>
            </a:r>
          </a:p>
        </p:txBody>
      </p:sp>
      <p:sp>
        <p:nvSpPr>
          <p:cNvPr id="451" name="Прямоугольник 450">
            <a:extLst>
              <a:ext uri="{FF2B5EF4-FFF2-40B4-BE49-F238E27FC236}">
                <a16:creationId xmlns:a16="http://schemas.microsoft.com/office/drawing/2014/main" id="{9F564408-82DC-4A80-964A-8F7ACE243285}"/>
              </a:ext>
            </a:extLst>
          </p:cNvPr>
          <p:cNvSpPr/>
          <p:nvPr/>
        </p:nvSpPr>
        <p:spPr>
          <a:xfrm>
            <a:off x="19946561" y="23958645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Разработать план блокады Великобритании</a:t>
            </a:r>
          </a:p>
        </p:txBody>
      </p:sp>
      <p:cxnSp>
        <p:nvCxnSpPr>
          <p:cNvPr id="452" name="Соединительная линия уступом 620">
            <a:extLst>
              <a:ext uri="{FF2B5EF4-FFF2-40B4-BE49-F238E27FC236}">
                <a16:creationId xmlns:a16="http://schemas.microsoft.com/office/drawing/2014/main" id="{E091CC9C-21B7-44CE-A1E6-3C164B1E6B23}"/>
              </a:ext>
            </a:extLst>
          </p:cNvPr>
          <p:cNvCxnSpPr>
            <a:cxnSpLocks/>
            <a:stCxn id="438" idx="2"/>
            <a:endCxn id="443" idx="0"/>
          </p:cNvCxnSpPr>
          <p:nvPr/>
        </p:nvCxnSpPr>
        <p:spPr>
          <a:xfrm rot="5400000">
            <a:off x="19960570" y="21892064"/>
            <a:ext cx="320645" cy="57911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3" name="Прямая со стрелкой 452">
            <a:extLst>
              <a:ext uri="{FF2B5EF4-FFF2-40B4-BE49-F238E27FC236}">
                <a16:creationId xmlns:a16="http://schemas.microsoft.com/office/drawing/2014/main" id="{85982E15-77B6-4B7C-9FB3-FB45A3A0B63F}"/>
              </a:ext>
            </a:extLst>
          </p:cNvPr>
          <p:cNvCxnSpPr>
            <a:cxnSpLocks/>
            <a:stCxn id="438" idx="2"/>
            <a:endCxn id="448" idx="0"/>
          </p:cNvCxnSpPr>
          <p:nvPr/>
        </p:nvCxnSpPr>
        <p:spPr>
          <a:xfrm flipH="1">
            <a:off x="20409725" y="22021297"/>
            <a:ext cx="722" cy="1126916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4" name="Прямоугольник 453">
            <a:extLst>
              <a:ext uri="{FF2B5EF4-FFF2-40B4-BE49-F238E27FC236}">
                <a16:creationId xmlns:a16="http://schemas.microsoft.com/office/drawing/2014/main" id="{99EB2286-0693-4902-825C-43276215AEFD}"/>
              </a:ext>
            </a:extLst>
          </p:cNvPr>
          <p:cNvSpPr/>
          <p:nvPr/>
        </p:nvSpPr>
        <p:spPr>
          <a:xfrm>
            <a:off x="18748159" y="23957387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Разработать план противостоянии Японии</a:t>
            </a:r>
          </a:p>
        </p:txBody>
      </p:sp>
      <p:sp>
        <p:nvSpPr>
          <p:cNvPr id="455" name="Прямоугольник 454">
            <a:extLst>
              <a:ext uri="{FF2B5EF4-FFF2-40B4-BE49-F238E27FC236}">
                <a16:creationId xmlns:a16="http://schemas.microsoft.com/office/drawing/2014/main" id="{0882F777-B8DA-4312-9F40-85A49C44116F}"/>
              </a:ext>
            </a:extLst>
          </p:cNvPr>
          <p:cNvSpPr/>
          <p:nvPr/>
        </p:nvSpPr>
        <p:spPr>
          <a:xfrm>
            <a:off x="17550481" y="23961942"/>
            <a:ext cx="926325" cy="540000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Разработать план защиты Африки от Италии</a:t>
            </a:r>
          </a:p>
        </p:txBody>
      </p:sp>
      <p:cxnSp>
        <p:nvCxnSpPr>
          <p:cNvPr id="457" name="Прямая со стрелкой 456">
            <a:extLst>
              <a:ext uri="{FF2B5EF4-FFF2-40B4-BE49-F238E27FC236}">
                <a16:creationId xmlns:a16="http://schemas.microsoft.com/office/drawing/2014/main" id="{AA9927D4-A2CD-4410-9CCC-9642C1FCBECD}"/>
              </a:ext>
            </a:extLst>
          </p:cNvPr>
          <p:cNvCxnSpPr>
            <a:cxnSpLocks/>
            <a:stCxn id="407" idx="2"/>
            <a:endCxn id="455" idx="0"/>
          </p:cNvCxnSpPr>
          <p:nvPr/>
        </p:nvCxnSpPr>
        <p:spPr>
          <a:xfrm>
            <a:off x="18013644" y="23688214"/>
            <a:ext cx="0" cy="27372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8" name="Прямая со стрелкой 457">
            <a:extLst>
              <a:ext uri="{FF2B5EF4-FFF2-40B4-BE49-F238E27FC236}">
                <a16:creationId xmlns:a16="http://schemas.microsoft.com/office/drawing/2014/main" id="{2EF00BE2-F5C2-4FD2-B93F-5161835679E6}"/>
              </a:ext>
            </a:extLst>
          </p:cNvPr>
          <p:cNvCxnSpPr>
            <a:cxnSpLocks/>
            <a:stCxn id="447" idx="2"/>
            <a:endCxn id="454" idx="0"/>
          </p:cNvCxnSpPr>
          <p:nvPr/>
        </p:nvCxnSpPr>
        <p:spPr>
          <a:xfrm flipH="1">
            <a:off x="19211322" y="23687386"/>
            <a:ext cx="1" cy="27000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2" name="Прямая со стрелкой 461">
            <a:extLst>
              <a:ext uri="{FF2B5EF4-FFF2-40B4-BE49-F238E27FC236}">
                <a16:creationId xmlns:a16="http://schemas.microsoft.com/office/drawing/2014/main" id="{B7E87DAF-0644-4712-9EBE-25466AA26420}"/>
              </a:ext>
            </a:extLst>
          </p:cNvPr>
          <p:cNvCxnSpPr>
            <a:cxnSpLocks/>
            <a:stCxn id="448" idx="2"/>
            <a:endCxn id="451" idx="0"/>
          </p:cNvCxnSpPr>
          <p:nvPr/>
        </p:nvCxnSpPr>
        <p:spPr>
          <a:xfrm flipH="1">
            <a:off x="20409724" y="23688213"/>
            <a:ext cx="1" cy="27043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Соединительная линия уступом 620">
            <a:extLst>
              <a:ext uri="{FF2B5EF4-FFF2-40B4-BE49-F238E27FC236}">
                <a16:creationId xmlns:a16="http://schemas.microsoft.com/office/drawing/2014/main" id="{4EF37DA1-3973-4270-9F98-9A68D54331C8}"/>
              </a:ext>
            </a:extLst>
          </p:cNvPr>
          <p:cNvCxnSpPr>
            <a:cxnSpLocks/>
            <a:stCxn id="436" idx="2"/>
            <a:endCxn id="439" idx="0"/>
          </p:cNvCxnSpPr>
          <p:nvPr/>
        </p:nvCxnSpPr>
        <p:spPr>
          <a:xfrm rot="5400000">
            <a:off x="18751917" y="21886368"/>
            <a:ext cx="325198" cy="595059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3" name="Прямая со стрелкой 472">
            <a:extLst>
              <a:ext uri="{FF2B5EF4-FFF2-40B4-BE49-F238E27FC236}">
                <a16:creationId xmlns:a16="http://schemas.microsoft.com/office/drawing/2014/main" id="{80832430-E68F-4ACA-8AAF-A40E36E3F972}"/>
              </a:ext>
            </a:extLst>
          </p:cNvPr>
          <p:cNvCxnSpPr>
            <a:cxnSpLocks/>
            <a:stCxn id="436" idx="2"/>
            <a:endCxn id="447" idx="0"/>
          </p:cNvCxnSpPr>
          <p:nvPr/>
        </p:nvCxnSpPr>
        <p:spPr>
          <a:xfrm flipH="1">
            <a:off x="19211323" y="22021298"/>
            <a:ext cx="722" cy="112608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0" name="Прямоугольник 479">
            <a:extLst>
              <a:ext uri="{FF2B5EF4-FFF2-40B4-BE49-F238E27FC236}">
                <a16:creationId xmlns:a16="http://schemas.microsoft.com/office/drawing/2014/main" id="{8A127E39-DEE4-4718-8D61-BEBB9B3C28A8}"/>
              </a:ext>
            </a:extLst>
          </p:cNvPr>
          <p:cNvSpPr/>
          <p:nvPr/>
        </p:nvSpPr>
        <p:spPr>
          <a:xfrm>
            <a:off x="23543587" y="21478000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Развитие Алжира</a:t>
            </a:r>
          </a:p>
        </p:txBody>
      </p:sp>
      <p:cxnSp>
        <p:nvCxnSpPr>
          <p:cNvPr id="481" name="Соединительная линия уступом 620">
            <a:extLst>
              <a:ext uri="{FF2B5EF4-FFF2-40B4-BE49-F238E27FC236}">
                <a16:creationId xmlns:a16="http://schemas.microsoft.com/office/drawing/2014/main" id="{2A742E05-2F6A-45CE-A8DC-FD048F9AA957}"/>
              </a:ext>
            </a:extLst>
          </p:cNvPr>
          <p:cNvCxnSpPr>
            <a:cxnSpLocks/>
            <a:stCxn id="161" idx="2"/>
            <a:endCxn id="480" idx="0"/>
          </p:cNvCxnSpPr>
          <p:nvPr/>
        </p:nvCxnSpPr>
        <p:spPr>
          <a:xfrm rot="16200000" flipH="1">
            <a:off x="23277421" y="20748671"/>
            <a:ext cx="317350" cy="114130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6" name="Прямоугольник 485">
            <a:extLst>
              <a:ext uri="{FF2B5EF4-FFF2-40B4-BE49-F238E27FC236}">
                <a16:creationId xmlns:a16="http://schemas.microsoft.com/office/drawing/2014/main" id="{9A3AF3F3-D010-41B2-9162-AE71EBC83987}"/>
              </a:ext>
            </a:extLst>
          </p:cNvPr>
          <p:cNvSpPr/>
          <p:nvPr/>
        </p:nvSpPr>
        <p:spPr>
          <a:xfrm>
            <a:off x="21798535" y="22329516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Поддержка новых союзников</a:t>
            </a:r>
          </a:p>
        </p:txBody>
      </p:sp>
      <p:sp>
        <p:nvSpPr>
          <p:cNvPr id="496" name="Прямоугольник 495">
            <a:extLst>
              <a:ext uri="{FF2B5EF4-FFF2-40B4-BE49-F238E27FC236}">
                <a16:creationId xmlns:a16="http://schemas.microsoft.com/office/drawing/2014/main" id="{99961F1C-11D2-4B2E-8CEE-49BE37950F35}"/>
              </a:ext>
            </a:extLst>
          </p:cNvPr>
          <p:cNvSpPr/>
          <p:nvPr/>
        </p:nvSpPr>
        <p:spPr>
          <a:xfrm>
            <a:off x="20592128" y="22344065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Консолидация Африканских федераций</a:t>
            </a:r>
          </a:p>
        </p:txBody>
      </p:sp>
      <p:cxnSp>
        <p:nvCxnSpPr>
          <p:cNvPr id="497" name="Соединительная линия уступом 620">
            <a:extLst>
              <a:ext uri="{FF2B5EF4-FFF2-40B4-BE49-F238E27FC236}">
                <a16:creationId xmlns:a16="http://schemas.microsoft.com/office/drawing/2014/main" id="{550A241F-0D95-4275-BE65-CE53FB6DDFBA}"/>
              </a:ext>
            </a:extLst>
          </p:cNvPr>
          <p:cNvCxnSpPr>
            <a:cxnSpLocks/>
            <a:stCxn id="161" idx="2"/>
            <a:endCxn id="496" idx="0"/>
          </p:cNvCxnSpPr>
          <p:nvPr/>
        </p:nvCxnSpPr>
        <p:spPr>
          <a:xfrm rot="5400000">
            <a:off x="21368660" y="20847281"/>
            <a:ext cx="1183415" cy="1810152"/>
          </a:xfrm>
          <a:prstGeom prst="bentConnector3">
            <a:avLst>
              <a:gd name="adj1" fmla="val 13489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1" name="Соединительная линия уступом 620">
            <a:extLst>
              <a:ext uri="{FF2B5EF4-FFF2-40B4-BE49-F238E27FC236}">
                <a16:creationId xmlns:a16="http://schemas.microsoft.com/office/drawing/2014/main" id="{3F38A29B-AA21-4D18-90FC-4D17CA9AF4DF}"/>
              </a:ext>
            </a:extLst>
          </p:cNvPr>
          <p:cNvCxnSpPr>
            <a:cxnSpLocks/>
            <a:stCxn id="367" idx="2"/>
            <a:endCxn id="486" idx="0"/>
          </p:cNvCxnSpPr>
          <p:nvPr/>
        </p:nvCxnSpPr>
        <p:spPr>
          <a:xfrm rot="5400000">
            <a:off x="22409509" y="21873582"/>
            <a:ext cx="308123" cy="603744"/>
          </a:xfrm>
          <a:prstGeom prst="bentConnector3">
            <a:avLst>
              <a:gd name="adj1" fmla="val 48179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Соединительная линия уступом 620">
            <a:extLst>
              <a:ext uri="{FF2B5EF4-FFF2-40B4-BE49-F238E27FC236}">
                <a16:creationId xmlns:a16="http://schemas.microsoft.com/office/drawing/2014/main" id="{093807EE-E6AF-4460-956A-E26C995208EC}"/>
              </a:ext>
            </a:extLst>
          </p:cNvPr>
          <p:cNvCxnSpPr>
            <a:cxnSpLocks/>
            <a:stCxn id="403" idx="2"/>
            <a:endCxn id="486" idx="0"/>
          </p:cNvCxnSpPr>
          <p:nvPr/>
        </p:nvCxnSpPr>
        <p:spPr>
          <a:xfrm rot="16200000" flipH="1">
            <a:off x="21784090" y="21851907"/>
            <a:ext cx="308219" cy="64699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9" name="Прямоугольник 508">
            <a:extLst>
              <a:ext uri="{FF2B5EF4-FFF2-40B4-BE49-F238E27FC236}">
                <a16:creationId xmlns:a16="http://schemas.microsoft.com/office/drawing/2014/main" id="{EB3D0D90-85F3-4A2C-A509-DF291CC734EA}"/>
              </a:ext>
            </a:extLst>
          </p:cNvPr>
          <p:cNvSpPr/>
          <p:nvPr/>
        </p:nvSpPr>
        <p:spPr>
          <a:xfrm>
            <a:off x="22401454" y="23151943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Поддержать иммиграцию французов</a:t>
            </a:r>
          </a:p>
        </p:txBody>
      </p:sp>
      <p:cxnSp>
        <p:nvCxnSpPr>
          <p:cNvPr id="510" name="Прямая со стрелкой 509">
            <a:extLst>
              <a:ext uri="{FF2B5EF4-FFF2-40B4-BE49-F238E27FC236}">
                <a16:creationId xmlns:a16="http://schemas.microsoft.com/office/drawing/2014/main" id="{C1AD3F9F-74E0-4A6C-AD79-81E1D228644C}"/>
              </a:ext>
            </a:extLst>
          </p:cNvPr>
          <p:cNvCxnSpPr>
            <a:cxnSpLocks/>
            <a:stCxn id="367" idx="2"/>
            <a:endCxn id="509" idx="0"/>
          </p:cNvCxnSpPr>
          <p:nvPr/>
        </p:nvCxnSpPr>
        <p:spPr>
          <a:xfrm flipH="1">
            <a:off x="22864617" y="22021393"/>
            <a:ext cx="825" cy="113055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Прямая со стрелкой 511">
            <a:extLst>
              <a:ext uri="{FF2B5EF4-FFF2-40B4-BE49-F238E27FC236}">
                <a16:creationId xmlns:a16="http://schemas.microsoft.com/office/drawing/2014/main" id="{F1B43F65-F418-4A7C-83E4-A75E6B3E5BB9}"/>
              </a:ext>
            </a:extLst>
          </p:cNvPr>
          <p:cNvCxnSpPr>
            <a:cxnSpLocks/>
            <a:stCxn id="393" idx="2"/>
            <a:endCxn id="394" idx="0"/>
          </p:cNvCxnSpPr>
          <p:nvPr/>
        </p:nvCxnSpPr>
        <p:spPr>
          <a:xfrm flipH="1">
            <a:off x="17411403" y="19619209"/>
            <a:ext cx="1428" cy="100287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Прямая со стрелкой 512">
            <a:extLst>
              <a:ext uri="{FF2B5EF4-FFF2-40B4-BE49-F238E27FC236}">
                <a16:creationId xmlns:a16="http://schemas.microsoft.com/office/drawing/2014/main" id="{EF6E0537-231B-4069-8447-1C070E7A5006}"/>
              </a:ext>
            </a:extLst>
          </p:cNvPr>
          <p:cNvCxnSpPr>
            <a:cxnSpLocks/>
            <a:stCxn id="385" idx="2"/>
            <a:endCxn id="390" idx="0"/>
          </p:cNvCxnSpPr>
          <p:nvPr/>
        </p:nvCxnSpPr>
        <p:spPr>
          <a:xfrm>
            <a:off x="19831336" y="19620913"/>
            <a:ext cx="0" cy="99862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9" name="Соединительная линия уступом 620">
            <a:extLst>
              <a:ext uri="{FF2B5EF4-FFF2-40B4-BE49-F238E27FC236}">
                <a16:creationId xmlns:a16="http://schemas.microsoft.com/office/drawing/2014/main" id="{0C422678-D738-485A-8BF9-126FE2998194}"/>
              </a:ext>
            </a:extLst>
          </p:cNvPr>
          <p:cNvCxnSpPr>
            <a:cxnSpLocks/>
            <a:stCxn id="403" idx="2"/>
            <a:endCxn id="509" idx="0"/>
          </p:cNvCxnSpPr>
          <p:nvPr/>
        </p:nvCxnSpPr>
        <p:spPr>
          <a:xfrm rot="16200000" flipH="1">
            <a:off x="21674336" y="21961662"/>
            <a:ext cx="1130646" cy="1249916"/>
          </a:xfrm>
          <a:prstGeom prst="bentConnector3">
            <a:avLst>
              <a:gd name="adj1" fmla="val 13284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9" name="Соединительная линия уступом 595">
            <a:extLst>
              <a:ext uri="{FF2B5EF4-FFF2-40B4-BE49-F238E27FC236}">
                <a16:creationId xmlns:a16="http://schemas.microsoft.com/office/drawing/2014/main" id="{4B624841-6673-434F-AA5D-DCD310282358}"/>
              </a:ext>
            </a:extLst>
          </p:cNvPr>
          <p:cNvCxnSpPr>
            <a:cxnSpLocks/>
            <a:stCxn id="170" idx="2"/>
            <a:endCxn id="255" idx="0"/>
          </p:cNvCxnSpPr>
          <p:nvPr/>
        </p:nvCxnSpPr>
        <p:spPr>
          <a:xfrm rot="5400000">
            <a:off x="22523277" y="9155106"/>
            <a:ext cx="243112" cy="1829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9" name="Соединительная линия уступом 595">
            <a:extLst>
              <a:ext uri="{FF2B5EF4-FFF2-40B4-BE49-F238E27FC236}">
                <a16:creationId xmlns:a16="http://schemas.microsoft.com/office/drawing/2014/main" id="{7722B04E-41BF-4868-B333-59214D347004}"/>
              </a:ext>
            </a:extLst>
          </p:cNvPr>
          <p:cNvCxnSpPr>
            <a:cxnSpLocks/>
            <a:stCxn id="164" idx="2"/>
            <a:endCxn id="255" idx="0"/>
          </p:cNvCxnSpPr>
          <p:nvPr/>
        </p:nvCxnSpPr>
        <p:spPr>
          <a:xfrm rot="5400000">
            <a:off x="23409401" y="8274191"/>
            <a:ext cx="237902" cy="1768868"/>
          </a:xfrm>
          <a:prstGeom prst="bentConnector3">
            <a:avLst>
              <a:gd name="adj1" fmla="val 47331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" name="Прямоугольник 459">
            <a:extLst>
              <a:ext uri="{FF2B5EF4-FFF2-40B4-BE49-F238E27FC236}">
                <a16:creationId xmlns:a16="http://schemas.microsoft.com/office/drawing/2014/main" id="{AAC58132-83A2-4A5B-A268-1CA0921772A6}"/>
              </a:ext>
            </a:extLst>
          </p:cNvPr>
          <p:cNvSpPr/>
          <p:nvPr/>
        </p:nvSpPr>
        <p:spPr>
          <a:xfrm>
            <a:off x="23947432" y="10065000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Особые полномочия для кабинета</a:t>
            </a:r>
          </a:p>
        </p:txBody>
      </p:sp>
      <p:sp>
        <p:nvSpPr>
          <p:cNvPr id="461" name="Прямоугольник 460">
            <a:extLst>
              <a:ext uri="{FF2B5EF4-FFF2-40B4-BE49-F238E27FC236}">
                <a16:creationId xmlns:a16="http://schemas.microsoft.com/office/drawing/2014/main" id="{33D2CE48-D226-4B90-B60D-787EA5E5D979}"/>
              </a:ext>
            </a:extLst>
          </p:cNvPr>
          <p:cNvSpPr/>
          <p:nvPr/>
        </p:nvSpPr>
        <p:spPr>
          <a:xfrm>
            <a:off x="23947164" y="10842482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Субсидии для строительных компаний</a:t>
            </a:r>
          </a:p>
        </p:txBody>
      </p:sp>
      <p:cxnSp>
        <p:nvCxnSpPr>
          <p:cNvPr id="463" name="Прямая со стрелкой 462">
            <a:extLst>
              <a:ext uri="{FF2B5EF4-FFF2-40B4-BE49-F238E27FC236}">
                <a16:creationId xmlns:a16="http://schemas.microsoft.com/office/drawing/2014/main" id="{854AD0C4-7C0E-4599-B5A3-0C983833E451}"/>
              </a:ext>
            </a:extLst>
          </p:cNvPr>
          <p:cNvCxnSpPr>
            <a:cxnSpLocks/>
            <a:stCxn id="359" idx="2"/>
            <a:endCxn id="460" idx="0"/>
          </p:cNvCxnSpPr>
          <p:nvPr/>
        </p:nvCxnSpPr>
        <p:spPr>
          <a:xfrm>
            <a:off x="24410595" y="9818656"/>
            <a:ext cx="0" cy="246344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Прямая со стрелкой 463">
            <a:extLst>
              <a:ext uri="{FF2B5EF4-FFF2-40B4-BE49-F238E27FC236}">
                <a16:creationId xmlns:a16="http://schemas.microsoft.com/office/drawing/2014/main" id="{3034067D-1DA6-4A93-BBF4-7A70438507AB}"/>
              </a:ext>
            </a:extLst>
          </p:cNvPr>
          <p:cNvCxnSpPr>
            <a:cxnSpLocks/>
            <a:stCxn id="460" idx="2"/>
            <a:endCxn id="461" idx="0"/>
          </p:cNvCxnSpPr>
          <p:nvPr/>
        </p:nvCxnSpPr>
        <p:spPr>
          <a:xfrm flipH="1">
            <a:off x="24410327" y="10605000"/>
            <a:ext cx="268" cy="23748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7" name="Прямоугольник 466">
            <a:extLst>
              <a:ext uri="{FF2B5EF4-FFF2-40B4-BE49-F238E27FC236}">
                <a16:creationId xmlns:a16="http://schemas.microsoft.com/office/drawing/2014/main" id="{C46E2ABF-BCC7-4937-ACFC-7D5098A83656}"/>
              </a:ext>
            </a:extLst>
          </p:cNvPr>
          <p:cNvSpPr/>
          <p:nvPr/>
        </p:nvSpPr>
        <p:spPr>
          <a:xfrm>
            <a:off x="34876999" y="23957386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Открытие аэропорта Ле Бурже</a:t>
            </a:r>
          </a:p>
        </p:txBody>
      </p:sp>
      <p:cxnSp>
        <p:nvCxnSpPr>
          <p:cNvPr id="470" name="Прямая со стрелкой 469">
            <a:extLst>
              <a:ext uri="{FF2B5EF4-FFF2-40B4-BE49-F238E27FC236}">
                <a16:creationId xmlns:a16="http://schemas.microsoft.com/office/drawing/2014/main" id="{49EB9554-510F-42A9-96D7-181A811A347A}"/>
              </a:ext>
            </a:extLst>
          </p:cNvPr>
          <p:cNvCxnSpPr>
            <a:cxnSpLocks/>
            <a:stCxn id="324" idx="2"/>
            <a:endCxn id="467" idx="0"/>
          </p:cNvCxnSpPr>
          <p:nvPr/>
        </p:nvCxnSpPr>
        <p:spPr>
          <a:xfrm>
            <a:off x="35340162" y="22009878"/>
            <a:ext cx="0" cy="194750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Прямоугольник 470">
            <a:extLst>
              <a:ext uri="{FF2B5EF4-FFF2-40B4-BE49-F238E27FC236}">
                <a16:creationId xmlns:a16="http://schemas.microsoft.com/office/drawing/2014/main" id="{AA6FC2DF-15CD-4271-A42D-A04CBBD6D4BA}"/>
              </a:ext>
            </a:extLst>
          </p:cNvPr>
          <p:cNvSpPr/>
          <p:nvPr/>
        </p:nvSpPr>
        <p:spPr>
          <a:xfrm>
            <a:off x="28224951" y="21476911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Сформировать Центральное разведывательное управление</a:t>
            </a:r>
          </a:p>
        </p:txBody>
      </p:sp>
      <p:cxnSp>
        <p:nvCxnSpPr>
          <p:cNvPr id="472" name="Соединительная линия уступом 620">
            <a:extLst>
              <a:ext uri="{FF2B5EF4-FFF2-40B4-BE49-F238E27FC236}">
                <a16:creationId xmlns:a16="http://schemas.microsoft.com/office/drawing/2014/main" id="{9A75BC77-CE97-40A6-A573-93427072EA6D}"/>
              </a:ext>
            </a:extLst>
          </p:cNvPr>
          <p:cNvCxnSpPr>
            <a:cxnSpLocks/>
            <a:stCxn id="234" idx="2"/>
            <a:endCxn id="471" idx="0"/>
          </p:cNvCxnSpPr>
          <p:nvPr/>
        </p:nvCxnSpPr>
        <p:spPr>
          <a:xfrm rot="16200000" flipH="1">
            <a:off x="27358998" y="20147794"/>
            <a:ext cx="322113" cy="2336120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Соединительная линия уступом 620">
            <a:extLst>
              <a:ext uri="{FF2B5EF4-FFF2-40B4-BE49-F238E27FC236}">
                <a16:creationId xmlns:a16="http://schemas.microsoft.com/office/drawing/2014/main" id="{88994A1F-B93C-449A-BBE0-6FF0E9432DDB}"/>
              </a:ext>
            </a:extLst>
          </p:cNvPr>
          <p:cNvCxnSpPr>
            <a:cxnSpLocks/>
            <a:stCxn id="278" idx="2"/>
            <a:endCxn id="250" idx="0"/>
          </p:cNvCxnSpPr>
          <p:nvPr/>
        </p:nvCxnSpPr>
        <p:spPr>
          <a:xfrm rot="5400000">
            <a:off x="21653758" y="8092091"/>
            <a:ext cx="254316" cy="560853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Соединительная линия уступом 620">
            <a:extLst>
              <a:ext uri="{FF2B5EF4-FFF2-40B4-BE49-F238E27FC236}">
                <a16:creationId xmlns:a16="http://schemas.microsoft.com/office/drawing/2014/main" id="{745F95C7-A4A9-43AB-B63F-D7D72CA56DF6}"/>
              </a:ext>
            </a:extLst>
          </p:cNvPr>
          <p:cNvCxnSpPr>
            <a:cxnSpLocks/>
            <a:stCxn id="279" idx="2"/>
            <a:endCxn id="250" idx="0"/>
          </p:cNvCxnSpPr>
          <p:nvPr/>
        </p:nvCxnSpPr>
        <p:spPr>
          <a:xfrm rot="16200000" flipH="1">
            <a:off x="21082393" y="8081578"/>
            <a:ext cx="254315" cy="58187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5" name="Прямоугольник 474">
            <a:extLst>
              <a:ext uri="{FF2B5EF4-FFF2-40B4-BE49-F238E27FC236}">
                <a16:creationId xmlns:a16="http://schemas.microsoft.com/office/drawing/2014/main" id="{ADF26C1C-30E7-4CE2-ABEB-A787CEA039D5}"/>
              </a:ext>
            </a:extLst>
          </p:cNvPr>
          <p:cNvSpPr/>
          <p:nvPr/>
        </p:nvSpPr>
        <p:spPr>
          <a:xfrm>
            <a:off x="21798535" y="19821831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Расширение </a:t>
            </a:r>
            <a:r>
              <a:rPr lang="en-US" sz="700" dirty="0"/>
              <a:t>SGE group</a:t>
            </a:r>
            <a:r>
              <a:rPr lang="ru-RU" sz="700" dirty="0"/>
              <a:t> новыми концессиями</a:t>
            </a:r>
          </a:p>
        </p:txBody>
      </p:sp>
      <p:sp>
        <p:nvSpPr>
          <p:cNvPr id="476" name="Прямоугольник 475">
            <a:extLst>
              <a:ext uri="{FF2B5EF4-FFF2-40B4-BE49-F238E27FC236}">
                <a16:creationId xmlns:a16="http://schemas.microsoft.com/office/drawing/2014/main" id="{7A7B0980-358E-4233-88F9-AE6FB3110503}"/>
              </a:ext>
            </a:extLst>
          </p:cNvPr>
          <p:cNvSpPr/>
          <p:nvPr/>
        </p:nvSpPr>
        <p:spPr>
          <a:xfrm>
            <a:off x="23535903" y="20621477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Развитие скоростных поездов</a:t>
            </a:r>
          </a:p>
        </p:txBody>
      </p:sp>
      <p:sp>
        <p:nvSpPr>
          <p:cNvPr id="478" name="Прямоугольник 477">
            <a:extLst>
              <a:ext uri="{FF2B5EF4-FFF2-40B4-BE49-F238E27FC236}">
                <a16:creationId xmlns:a16="http://schemas.microsoft.com/office/drawing/2014/main" id="{6C5F4341-933D-4D54-9217-10517685A3B0}"/>
              </a:ext>
            </a:extLst>
          </p:cNvPr>
          <p:cNvSpPr/>
          <p:nvPr/>
        </p:nvSpPr>
        <p:spPr>
          <a:xfrm>
            <a:off x="27023802" y="20615474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Национализировать заводы под нужды </a:t>
            </a:r>
            <a:r>
              <a:rPr lang="en-US" sz="700" dirty="0"/>
              <a:t>Renault</a:t>
            </a:r>
            <a:endParaRPr lang="ru-RU" sz="700" dirty="0"/>
          </a:p>
        </p:txBody>
      </p:sp>
      <p:sp>
        <p:nvSpPr>
          <p:cNvPr id="479" name="Прямоугольник 478">
            <a:extLst>
              <a:ext uri="{FF2B5EF4-FFF2-40B4-BE49-F238E27FC236}">
                <a16:creationId xmlns:a16="http://schemas.microsoft.com/office/drawing/2014/main" id="{952A2698-6019-4081-9FE4-1ED5DD2F7442}"/>
              </a:ext>
            </a:extLst>
          </p:cNvPr>
          <p:cNvSpPr/>
          <p:nvPr/>
        </p:nvSpPr>
        <p:spPr>
          <a:xfrm>
            <a:off x="28229169" y="20613442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«Межсоюзный танк»</a:t>
            </a:r>
          </a:p>
        </p:txBody>
      </p:sp>
      <p:cxnSp>
        <p:nvCxnSpPr>
          <p:cNvPr id="482" name="Соединительная линия уступом 620">
            <a:extLst>
              <a:ext uri="{FF2B5EF4-FFF2-40B4-BE49-F238E27FC236}">
                <a16:creationId xmlns:a16="http://schemas.microsoft.com/office/drawing/2014/main" id="{0385E2EE-5478-4052-9C81-58346641265F}"/>
              </a:ext>
            </a:extLst>
          </p:cNvPr>
          <p:cNvCxnSpPr>
            <a:cxnSpLocks/>
            <a:stCxn id="216" idx="2"/>
            <a:endCxn id="476" idx="0"/>
          </p:cNvCxnSpPr>
          <p:nvPr/>
        </p:nvCxnSpPr>
        <p:spPr>
          <a:xfrm rot="16200000" flipH="1">
            <a:off x="22027588" y="18649999"/>
            <a:ext cx="1002268" cy="2940687"/>
          </a:xfrm>
          <a:prstGeom prst="bentConnector3">
            <a:avLst>
              <a:gd name="adj1" fmla="val 1026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3" name="Соединительная линия уступом 620">
            <a:extLst>
              <a:ext uri="{FF2B5EF4-FFF2-40B4-BE49-F238E27FC236}">
                <a16:creationId xmlns:a16="http://schemas.microsoft.com/office/drawing/2014/main" id="{FDF11797-3885-4559-9CEC-12E4E94E45B8}"/>
              </a:ext>
            </a:extLst>
          </p:cNvPr>
          <p:cNvCxnSpPr>
            <a:cxnSpLocks/>
            <a:stCxn id="149" idx="2"/>
            <a:endCxn id="234" idx="0"/>
          </p:cNvCxnSpPr>
          <p:nvPr/>
        </p:nvCxnSpPr>
        <p:spPr>
          <a:xfrm rot="5400000">
            <a:off x="26793931" y="19921764"/>
            <a:ext cx="251098" cy="113497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Соединительная линия уступом 620">
            <a:extLst>
              <a:ext uri="{FF2B5EF4-FFF2-40B4-BE49-F238E27FC236}">
                <a16:creationId xmlns:a16="http://schemas.microsoft.com/office/drawing/2014/main" id="{24B1F115-2FC6-4EF7-83EC-619037004CD6}"/>
              </a:ext>
            </a:extLst>
          </p:cNvPr>
          <p:cNvCxnSpPr>
            <a:cxnSpLocks/>
            <a:stCxn id="149" idx="2"/>
            <a:endCxn id="479" idx="0"/>
          </p:cNvCxnSpPr>
          <p:nvPr/>
        </p:nvCxnSpPr>
        <p:spPr>
          <a:xfrm rot="16200000" flipH="1">
            <a:off x="27964777" y="19885887"/>
            <a:ext cx="249742" cy="120536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Соединительная линия уступом 620">
            <a:extLst>
              <a:ext uri="{FF2B5EF4-FFF2-40B4-BE49-F238E27FC236}">
                <a16:creationId xmlns:a16="http://schemas.microsoft.com/office/drawing/2014/main" id="{F67DF2D7-EC53-4C6B-8B3E-A7B525641C5E}"/>
              </a:ext>
            </a:extLst>
          </p:cNvPr>
          <p:cNvCxnSpPr>
            <a:cxnSpLocks/>
            <a:stCxn id="216" idx="2"/>
            <a:endCxn id="475" idx="0"/>
          </p:cNvCxnSpPr>
          <p:nvPr/>
        </p:nvCxnSpPr>
        <p:spPr>
          <a:xfrm rot="16200000" flipH="1">
            <a:off x="21558727" y="19118860"/>
            <a:ext cx="202622" cy="1203319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7" name="Прямоугольник 486">
            <a:extLst>
              <a:ext uri="{FF2B5EF4-FFF2-40B4-BE49-F238E27FC236}">
                <a16:creationId xmlns:a16="http://schemas.microsoft.com/office/drawing/2014/main" id="{284F6FE0-0A4F-456E-868A-AFE2BEB06310}"/>
              </a:ext>
            </a:extLst>
          </p:cNvPr>
          <p:cNvSpPr/>
          <p:nvPr/>
        </p:nvSpPr>
        <p:spPr>
          <a:xfrm>
            <a:off x="24747840" y="20625117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Начать эксперименты с тяжёлой водой</a:t>
            </a:r>
          </a:p>
        </p:txBody>
      </p:sp>
      <p:cxnSp>
        <p:nvCxnSpPr>
          <p:cNvPr id="488" name="Соединительная линия уступом 620">
            <a:extLst>
              <a:ext uri="{FF2B5EF4-FFF2-40B4-BE49-F238E27FC236}">
                <a16:creationId xmlns:a16="http://schemas.microsoft.com/office/drawing/2014/main" id="{5D5E337E-4BC6-42A8-B5E6-46ED72FD2ABD}"/>
              </a:ext>
            </a:extLst>
          </p:cNvPr>
          <p:cNvCxnSpPr>
            <a:cxnSpLocks/>
          </p:cNvCxnSpPr>
          <p:nvPr/>
        </p:nvCxnSpPr>
        <p:spPr>
          <a:xfrm rot="16200000" flipH="1">
            <a:off x="23306683" y="17370907"/>
            <a:ext cx="206589" cy="470319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Соединительная линия уступом 620">
            <a:extLst>
              <a:ext uri="{FF2B5EF4-FFF2-40B4-BE49-F238E27FC236}">
                <a16:creationId xmlns:a16="http://schemas.microsoft.com/office/drawing/2014/main" id="{6A979CBB-F96D-426D-9637-692E0DA15821}"/>
              </a:ext>
            </a:extLst>
          </p:cNvPr>
          <p:cNvCxnSpPr>
            <a:cxnSpLocks/>
            <a:stCxn id="371" idx="2"/>
            <a:endCxn id="487" idx="0"/>
          </p:cNvCxnSpPr>
          <p:nvPr/>
        </p:nvCxnSpPr>
        <p:spPr>
          <a:xfrm rot="5400000">
            <a:off x="25356629" y="20220172"/>
            <a:ext cx="259319" cy="550570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0" name="Прямоугольник 489">
            <a:extLst>
              <a:ext uri="{FF2B5EF4-FFF2-40B4-BE49-F238E27FC236}">
                <a16:creationId xmlns:a16="http://schemas.microsoft.com/office/drawing/2014/main" id="{CAE87451-3267-4D2C-BF2A-A37F55B91141}"/>
              </a:ext>
            </a:extLst>
          </p:cNvPr>
          <p:cNvSpPr/>
          <p:nvPr/>
        </p:nvSpPr>
        <p:spPr>
          <a:xfrm>
            <a:off x="21153742" y="20614798"/>
            <a:ext cx="926325" cy="540000"/>
          </a:xfrm>
          <a:prstGeom prst="rect">
            <a:avLst/>
          </a:prstGeom>
          <a:noFill/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Расширение сети </a:t>
            </a:r>
            <a:r>
              <a:rPr lang="en-US" sz="700" dirty="0"/>
              <a:t>Lafarge</a:t>
            </a:r>
            <a:endParaRPr lang="ru-RU" sz="700" dirty="0"/>
          </a:p>
        </p:txBody>
      </p:sp>
      <p:cxnSp>
        <p:nvCxnSpPr>
          <p:cNvPr id="491" name="Соединительная линия уступом 620">
            <a:extLst>
              <a:ext uri="{FF2B5EF4-FFF2-40B4-BE49-F238E27FC236}">
                <a16:creationId xmlns:a16="http://schemas.microsoft.com/office/drawing/2014/main" id="{48B2D185-539F-468D-B7DE-DD044FD7B665}"/>
              </a:ext>
            </a:extLst>
          </p:cNvPr>
          <p:cNvCxnSpPr>
            <a:cxnSpLocks/>
            <a:stCxn id="216" idx="2"/>
            <a:endCxn id="490" idx="0"/>
          </p:cNvCxnSpPr>
          <p:nvPr/>
        </p:nvCxnSpPr>
        <p:spPr>
          <a:xfrm rot="16200000" flipH="1">
            <a:off x="20839848" y="19837740"/>
            <a:ext cx="995589" cy="558526"/>
          </a:xfrm>
          <a:prstGeom prst="bentConnector3">
            <a:avLst>
              <a:gd name="adj1" fmla="val 9994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2" name="Прямоугольник 491">
            <a:extLst>
              <a:ext uri="{FF2B5EF4-FFF2-40B4-BE49-F238E27FC236}">
                <a16:creationId xmlns:a16="http://schemas.microsoft.com/office/drawing/2014/main" id="{96B6FB2B-F812-4112-A81F-BE8F40426A54}"/>
              </a:ext>
            </a:extLst>
          </p:cNvPr>
          <p:cNvSpPr/>
          <p:nvPr/>
        </p:nvSpPr>
        <p:spPr>
          <a:xfrm>
            <a:off x="24538032" y="11818771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Юридическая эмансипация женщин</a:t>
            </a:r>
          </a:p>
        </p:txBody>
      </p:sp>
      <p:cxnSp>
        <p:nvCxnSpPr>
          <p:cNvPr id="493" name="Соединительная линия уступом 620">
            <a:extLst>
              <a:ext uri="{FF2B5EF4-FFF2-40B4-BE49-F238E27FC236}">
                <a16:creationId xmlns:a16="http://schemas.microsoft.com/office/drawing/2014/main" id="{25DCEF3C-4159-4C82-A2D7-B821FD5AF1F3}"/>
              </a:ext>
            </a:extLst>
          </p:cNvPr>
          <p:cNvCxnSpPr>
            <a:cxnSpLocks/>
            <a:stCxn id="461" idx="2"/>
            <a:endCxn id="492" idx="0"/>
          </p:cNvCxnSpPr>
          <p:nvPr/>
        </p:nvCxnSpPr>
        <p:spPr>
          <a:xfrm rot="16200000" flipH="1">
            <a:off x="24487617" y="11305192"/>
            <a:ext cx="436289" cy="590868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4" name="Прямоугольник 493">
            <a:extLst>
              <a:ext uri="{FF2B5EF4-FFF2-40B4-BE49-F238E27FC236}">
                <a16:creationId xmlns:a16="http://schemas.microsoft.com/office/drawing/2014/main" id="{A8ACA0E6-69AF-479D-A4CB-02FDB72CB2DF}"/>
              </a:ext>
            </a:extLst>
          </p:cNvPr>
          <p:cNvSpPr/>
          <p:nvPr/>
        </p:nvSpPr>
        <p:spPr>
          <a:xfrm>
            <a:off x="25090698" y="10845905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Автономный фонд национальной обороны</a:t>
            </a:r>
          </a:p>
        </p:txBody>
      </p:sp>
      <p:cxnSp>
        <p:nvCxnSpPr>
          <p:cNvPr id="495" name="Соединительная линия уступом 620">
            <a:extLst>
              <a:ext uri="{FF2B5EF4-FFF2-40B4-BE49-F238E27FC236}">
                <a16:creationId xmlns:a16="http://schemas.microsoft.com/office/drawing/2014/main" id="{8A2A5A88-6B27-49B8-96A9-0BE2687503CA}"/>
              </a:ext>
            </a:extLst>
          </p:cNvPr>
          <p:cNvCxnSpPr>
            <a:cxnSpLocks/>
            <a:stCxn id="460" idx="2"/>
            <a:endCxn id="494" idx="0"/>
          </p:cNvCxnSpPr>
          <p:nvPr/>
        </p:nvCxnSpPr>
        <p:spPr>
          <a:xfrm rot="16200000" flipH="1">
            <a:off x="24861776" y="10153819"/>
            <a:ext cx="240905" cy="1143266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Соединительная линия уступом 620">
            <a:extLst>
              <a:ext uri="{FF2B5EF4-FFF2-40B4-BE49-F238E27FC236}">
                <a16:creationId xmlns:a16="http://schemas.microsoft.com/office/drawing/2014/main" id="{2ADBA5BC-62A8-4444-A3C1-49E1E8570632}"/>
              </a:ext>
            </a:extLst>
          </p:cNvPr>
          <p:cNvCxnSpPr>
            <a:cxnSpLocks/>
            <a:stCxn id="133" idx="2"/>
            <a:endCxn id="507" idx="0"/>
          </p:cNvCxnSpPr>
          <p:nvPr/>
        </p:nvCxnSpPr>
        <p:spPr>
          <a:xfrm rot="5400000">
            <a:off x="22819268" y="4892434"/>
            <a:ext cx="255109" cy="646514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" name="Прямоугольник 506">
            <a:extLst>
              <a:ext uri="{FF2B5EF4-FFF2-40B4-BE49-F238E27FC236}">
                <a16:creationId xmlns:a16="http://schemas.microsoft.com/office/drawing/2014/main" id="{564695FC-8A0B-4FFE-A6C3-2E61A13AE1E3}"/>
              </a:ext>
            </a:extLst>
          </p:cNvPr>
          <p:cNvSpPr/>
          <p:nvPr/>
        </p:nvSpPr>
        <p:spPr>
          <a:xfrm>
            <a:off x="22160402" y="5343246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Усилить иммиграционный контроль</a:t>
            </a:r>
          </a:p>
        </p:txBody>
      </p:sp>
      <p:sp>
        <p:nvSpPr>
          <p:cNvPr id="508" name="Прямоугольник 507">
            <a:extLst>
              <a:ext uri="{FF2B5EF4-FFF2-40B4-BE49-F238E27FC236}">
                <a16:creationId xmlns:a16="http://schemas.microsoft.com/office/drawing/2014/main" id="{0C90CCB9-C630-4C7C-96D6-905C6B677304}"/>
              </a:ext>
            </a:extLst>
          </p:cNvPr>
          <p:cNvSpPr/>
          <p:nvPr/>
        </p:nvSpPr>
        <p:spPr>
          <a:xfrm>
            <a:off x="23381432" y="5340187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Франк </a:t>
            </a:r>
            <a:r>
              <a:rPr lang="ru-RU" sz="700" dirty="0" err="1"/>
              <a:t>Маршадо</a:t>
            </a:r>
            <a:r>
              <a:rPr lang="ru-RU" sz="700" dirty="0"/>
              <a:t> и увеличение налогов</a:t>
            </a:r>
          </a:p>
        </p:txBody>
      </p:sp>
      <p:cxnSp>
        <p:nvCxnSpPr>
          <p:cNvPr id="511" name="Прямая со стрелкой 510">
            <a:extLst>
              <a:ext uri="{FF2B5EF4-FFF2-40B4-BE49-F238E27FC236}">
                <a16:creationId xmlns:a16="http://schemas.microsoft.com/office/drawing/2014/main" id="{8E4E9F6C-6AF6-45C2-875F-A4722D0A7ADD}"/>
              </a:ext>
            </a:extLst>
          </p:cNvPr>
          <p:cNvCxnSpPr>
            <a:cxnSpLocks/>
            <a:stCxn id="257" idx="2"/>
            <a:endCxn id="450" idx="0"/>
          </p:cNvCxnSpPr>
          <p:nvPr/>
        </p:nvCxnSpPr>
        <p:spPr>
          <a:xfrm>
            <a:off x="25001195" y="5089607"/>
            <a:ext cx="54" cy="23597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Прямоугольник 513">
            <a:extLst>
              <a:ext uri="{FF2B5EF4-FFF2-40B4-BE49-F238E27FC236}">
                <a16:creationId xmlns:a16="http://schemas.microsoft.com/office/drawing/2014/main" id="{7D1580AF-02E4-4812-8E91-0EEEA44E5ABF}"/>
              </a:ext>
            </a:extLst>
          </p:cNvPr>
          <p:cNvSpPr/>
          <p:nvPr/>
        </p:nvSpPr>
        <p:spPr>
          <a:xfrm>
            <a:off x="22805963" y="6138870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Отменить законопроекты для рабочих</a:t>
            </a:r>
          </a:p>
        </p:txBody>
      </p:sp>
      <p:cxnSp>
        <p:nvCxnSpPr>
          <p:cNvPr id="515" name="Прямая со стрелкой 514">
            <a:extLst>
              <a:ext uri="{FF2B5EF4-FFF2-40B4-BE49-F238E27FC236}">
                <a16:creationId xmlns:a16="http://schemas.microsoft.com/office/drawing/2014/main" id="{BA4A5DE8-9D60-4ADF-B966-AB3015234263}"/>
              </a:ext>
            </a:extLst>
          </p:cNvPr>
          <p:cNvCxnSpPr>
            <a:cxnSpLocks/>
            <a:stCxn id="339" idx="2"/>
            <a:endCxn id="529" idx="0"/>
          </p:cNvCxnSpPr>
          <p:nvPr/>
        </p:nvCxnSpPr>
        <p:spPr>
          <a:xfrm flipH="1">
            <a:off x="23267693" y="7455908"/>
            <a:ext cx="554" cy="24105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Прямая со стрелкой 515">
            <a:extLst>
              <a:ext uri="{FF2B5EF4-FFF2-40B4-BE49-F238E27FC236}">
                <a16:creationId xmlns:a16="http://schemas.microsoft.com/office/drawing/2014/main" id="{1F73A570-B028-427B-BB3C-C0B3DE6F4B12}"/>
              </a:ext>
            </a:extLst>
          </p:cNvPr>
          <p:cNvCxnSpPr>
            <a:cxnSpLocks/>
            <a:stCxn id="514" idx="2"/>
            <a:endCxn id="339" idx="0"/>
          </p:cNvCxnSpPr>
          <p:nvPr/>
        </p:nvCxnSpPr>
        <p:spPr>
          <a:xfrm flipH="1">
            <a:off x="23268247" y="6678870"/>
            <a:ext cx="879" cy="23703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Прямая со стрелкой 517">
            <a:extLst>
              <a:ext uri="{FF2B5EF4-FFF2-40B4-BE49-F238E27FC236}">
                <a16:creationId xmlns:a16="http://schemas.microsoft.com/office/drawing/2014/main" id="{446F3BC9-9843-4B27-9603-2C70A83E039F}"/>
              </a:ext>
            </a:extLst>
          </p:cNvPr>
          <p:cNvCxnSpPr>
            <a:cxnSpLocks/>
            <a:stCxn id="341" idx="2"/>
            <a:endCxn id="338" idx="0"/>
          </p:cNvCxnSpPr>
          <p:nvPr/>
        </p:nvCxnSpPr>
        <p:spPr>
          <a:xfrm>
            <a:off x="25001349" y="7461879"/>
            <a:ext cx="0" cy="23847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9" name="Прямая со стрелкой 518">
            <a:extLst>
              <a:ext uri="{FF2B5EF4-FFF2-40B4-BE49-F238E27FC236}">
                <a16:creationId xmlns:a16="http://schemas.microsoft.com/office/drawing/2014/main" id="{50A87401-FD95-4DFB-8C1D-EBBE0090E33C}"/>
              </a:ext>
            </a:extLst>
          </p:cNvPr>
          <p:cNvCxnSpPr>
            <a:cxnSpLocks/>
            <a:stCxn id="252" idx="2"/>
            <a:endCxn id="445" idx="0"/>
          </p:cNvCxnSpPr>
          <p:nvPr/>
        </p:nvCxnSpPr>
        <p:spPr>
          <a:xfrm>
            <a:off x="19778557" y="7450648"/>
            <a:ext cx="2396" cy="262690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0" name="Прямоугольник 519">
            <a:extLst>
              <a:ext uri="{FF2B5EF4-FFF2-40B4-BE49-F238E27FC236}">
                <a16:creationId xmlns:a16="http://schemas.microsoft.com/office/drawing/2014/main" id="{93409D2D-314F-4272-B724-D11D6DCE74B0}"/>
              </a:ext>
            </a:extLst>
          </p:cNvPr>
          <p:cNvSpPr/>
          <p:nvPr/>
        </p:nvSpPr>
        <p:spPr>
          <a:xfrm>
            <a:off x="18747912" y="6123851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Признать националистическое правительство</a:t>
            </a:r>
          </a:p>
        </p:txBody>
      </p:sp>
      <p:cxnSp>
        <p:nvCxnSpPr>
          <p:cNvPr id="521" name="Соединительная линия уступом 620">
            <a:extLst>
              <a:ext uri="{FF2B5EF4-FFF2-40B4-BE49-F238E27FC236}">
                <a16:creationId xmlns:a16="http://schemas.microsoft.com/office/drawing/2014/main" id="{374A7274-B606-453F-86B3-DC228551016F}"/>
              </a:ext>
            </a:extLst>
          </p:cNvPr>
          <p:cNvCxnSpPr>
            <a:cxnSpLocks/>
            <a:stCxn id="155" idx="2"/>
            <a:endCxn id="520" idx="0"/>
          </p:cNvCxnSpPr>
          <p:nvPr/>
        </p:nvCxnSpPr>
        <p:spPr>
          <a:xfrm rot="16200000" flipH="1">
            <a:off x="18802576" y="5715351"/>
            <a:ext cx="246499" cy="570500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3" name="Прямая со стрелкой 522">
            <a:extLst>
              <a:ext uri="{FF2B5EF4-FFF2-40B4-BE49-F238E27FC236}">
                <a16:creationId xmlns:a16="http://schemas.microsoft.com/office/drawing/2014/main" id="{DF7BDEA6-BA34-4DA5-A3EA-8A963DB17C5D}"/>
              </a:ext>
            </a:extLst>
          </p:cNvPr>
          <p:cNvCxnSpPr>
            <a:cxnSpLocks/>
            <a:stCxn id="444" idx="2"/>
            <a:endCxn id="446" idx="0"/>
          </p:cNvCxnSpPr>
          <p:nvPr/>
        </p:nvCxnSpPr>
        <p:spPr>
          <a:xfrm>
            <a:off x="20344335" y="5876563"/>
            <a:ext cx="5729" cy="2630967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4" name="Прямоугольник 523">
            <a:extLst>
              <a:ext uri="{FF2B5EF4-FFF2-40B4-BE49-F238E27FC236}">
                <a16:creationId xmlns:a16="http://schemas.microsoft.com/office/drawing/2014/main" id="{6A86A5EC-75E9-4A14-A414-785C8AE54070}"/>
              </a:ext>
            </a:extLst>
          </p:cNvPr>
          <p:cNvSpPr/>
          <p:nvPr/>
        </p:nvSpPr>
        <p:spPr>
          <a:xfrm>
            <a:off x="17614696" y="7701194"/>
            <a:ext cx="926325" cy="540000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5400000" scaled="1"/>
          </a:gra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Предоставить гаранты Польше</a:t>
            </a:r>
          </a:p>
        </p:txBody>
      </p:sp>
      <p:cxnSp>
        <p:nvCxnSpPr>
          <p:cNvPr id="525" name="Соединительная линия уступом 595">
            <a:extLst>
              <a:ext uri="{FF2B5EF4-FFF2-40B4-BE49-F238E27FC236}">
                <a16:creationId xmlns:a16="http://schemas.microsoft.com/office/drawing/2014/main" id="{C84701DA-A622-4C41-A45F-C168263A9101}"/>
              </a:ext>
            </a:extLst>
          </p:cNvPr>
          <p:cNvCxnSpPr>
            <a:cxnSpLocks/>
            <a:stCxn id="388" idx="2"/>
            <a:endCxn id="524" idx="0"/>
          </p:cNvCxnSpPr>
          <p:nvPr/>
        </p:nvCxnSpPr>
        <p:spPr>
          <a:xfrm rot="5400000">
            <a:off x="18231367" y="7291985"/>
            <a:ext cx="255701" cy="562716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6" name="Соединительная линия уступом 595">
            <a:extLst>
              <a:ext uri="{FF2B5EF4-FFF2-40B4-BE49-F238E27FC236}">
                <a16:creationId xmlns:a16="http://schemas.microsoft.com/office/drawing/2014/main" id="{7E6E1EB1-AF20-4795-BEC4-712510C57AB8}"/>
              </a:ext>
            </a:extLst>
          </p:cNvPr>
          <p:cNvCxnSpPr>
            <a:cxnSpLocks/>
            <a:stCxn id="313" idx="2"/>
            <a:endCxn id="524" idx="0"/>
          </p:cNvCxnSpPr>
          <p:nvPr/>
        </p:nvCxnSpPr>
        <p:spPr>
          <a:xfrm rot="16200000" flipH="1">
            <a:off x="17666329" y="7289664"/>
            <a:ext cx="252660" cy="570400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Соединительная линия уступом 620">
            <a:extLst>
              <a:ext uri="{FF2B5EF4-FFF2-40B4-BE49-F238E27FC236}">
                <a16:creationId xmlns:a16="http://schemas.microsoft.com/office/drawing/2014/main" id="{29491856-4BAC-4A92-AA27-9F39AD6B2993}"/>
              </a:ext>
            </a:extLst>
          </p:cNvPr>
          <p:cNvCxnSpPr>
            <a:cxnSpLocks/>
            <a:stCxn id="397" idx="2"/>
            <a:endCxn id="404" idx="0"/>
          </p:cNvCxnSpPr>
          <p:nvPr/>
        </p:nvCxnSpPr>
        <p:spPr>
          <a:xfrm rot="16200000" flipH="1">
            <a:off x="17100589" y="8882114"/>
            <a:ext cx="244059" cy="548756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8" name="Соединительная линия уступом 620">
            <a:extLst>
              <a:ext uri="{FF2B5EF4-FFF2-40B4-BE49-F238E27FC236}">
                <a16:creationId xmlns:a16="http://schemas.microsoft.com/office/drawing/2014/main" id="{C8E06C8B-9153-4571-89B0-8A71A4E90C40}"/>
              </a:ext>
            </a:extLst>
          </p:cNvPr>
          <p:cNvCxnSpPr>
            <a:cxnSpLocks/>
            <a:stCxn id="524" idx="2"/>
            <a:endCxn id="404" idx="0"/>
          </p:cNvCxnSpPr>
          <p:nvPr/>
        </p:nvCxnSpPr>
        <p:spPr>
          <a:xfrm rot="5400000">
            <a:off x="17268764" y="8469427"/>
            <a:ext cx="1037328" cy="580863"/>
          </a:xfrm>
          <a:prstGeom prst="bentConnector3">
            <a:avLst>
              <a:gd name="adj1" fmla="val 1244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9" name="Прямоугольник 528">
            <a:extLst>
              <a:ext uri="{FF2B5EF4-FFF2-40B4-BE49-F238E27FC236}">
                <a16:creationId xmlns:a16="http://schemas.microsoft.com/office/drawing/2014/main" id="{388ABDC5-B0A6-4D73-A224-5C52A86C69B5}"/>
              </a:ext>
            </a:extLst>
          </p:cNvPr>
          <p:cNvSpPr/>
          <p:nvPr/>
        </p:nvSpPr>
        <p:spPr>
          <a:xfrm>
            <a:off x="22804530" y="7696959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Семейный кодекс</a:t>
            </a:r>
          </a:p>
        </p:txBody>
      </p:sp>
      <p:cxnSp>
        <p:nvCxnSpPr>
          <p:cNvPr id="551" name="Прямая со стрелкой 550">
            <a:extLst>
              <a:ext uri="{FF2B5EF4-FFF2-40B4-BE49-F238E27FC236}">
                <a16:creationId xmlns:a16="http://schemas.microsoft.com/office/drawing/2014/main" id="{798E5526-A1DD-400E-9BD3-E0FF2FB5485D}"/>
              </a:ext>
            </a:extLst>
          </p:cNvPr>
          <p:cNvCxnSpPr>
            <a:cxnSpLocks/>
            <a:stCxn id="325" idx="2"/>
            <a:endCxn id="341" idx="0"/>
          </p:cNvCxnSpPr>
          <p:nvPr/>
        </p:nvCxnSpPr>
        <p:spPr>
          <a:xfrm>
            <a:off x="25001195" y="6679217"/>
            <a:ext cx="154" cy="24266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3" name="Соединительная линия уступом 595">
            <a:extLst>
              <a:ext uri="{FF2B5EF4-FFF2-40B4-BE49-F238E27FC236}">
                <a16:creationId xmlns:a16="http://schemas.microsoft.com/office/drawing/2014/main" id="{3FD096F4-870F-4A06-887B-F5FC07A7A4F2}"/>
              </a:ext>
            </a:extLst>
          </p:cNvPr>
          <p:cNvCxnSpPr>
            <a:cxnSpLocks/>
            <a:stCxn id="507" idx="2"/>
            <a:endCxn id="514" idx="0"/>
          </p:cNvCxnSpPr>
          <p:nvPr/>
        </p:nvCxnSpPr>
        <p:spPr>
          <a:xfrm rot="16200000" flipH="1">
            <a:off x="22818533" y="5688277"/>
            <a:ext cx="255624" cy="645561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Соединительная линия уступом 595">
            <a:extLst>
              <a:ext uri="{FF2B5EF4-FFF2-40B4-BE49-F238E27FC236}">
                <a16:creationId xmlns:a16="http://schemas.microsoft.com/office/drawing/2014/main" id="{858D900A-1B03-41CF-8CB5-723845209BB7}"/>
              </a:ext>
            </a:extLst>
          </p:cNvPr>
          <p:cNvCxnSpPr>
            <a:cxnSpLocks/>
            <a:stCxn id="508" idx="2"/>
            <a:endCxn id="514" idx="0"/>
          </p:cNvCxnSpPr>
          <p:nvPr/>
        </p:nvCxnSpPr>
        <p:spPr>
          <a:xfrm rot="5400000">
            <a:off x="23427520" y="5721794"/>
            <a:ext cx="258683" cy="575469"/>
          </a:xfrm>
          <a:prstGeom prst="bentConnector3">
            <a:avLst>
              <a:gd name="adj1" fmla="val 50000"/>
            </a:avLst>
          </a:prstGeom>
          <a:ln w="19050"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Прямоугольник 449">
            <a:extLst>
              <a:ext uri="{FF2B5EF4-FFF2-40B4-BE49-F238E27FC236}">
                <a16:creationId xmlns:a16="http://schemas.microsoft.com/office/drawing/2014/main" id="{63BD56D3-9F55-4ABF-B586-1CB38328C96D}"/>
              </a:ext>
            </a:extLst>
          </p:cNvPr>
          <p:cNvSpPr/>
          <p:nvPr/>
        </p:nvSpPr>
        <p:spPr>
          <a:xfrm>
            <a:off x="24538086" y="5325579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Разорвать оковы Народного Фронта</a:t>
            </a:r>
          </a:p>
        </p:txBody>
      </p:sp>
      <p:cxnSp>
        <p:nvCxnSpPr>
          <p:cNvPr id="534" name="Прямая со стрелкой 533">
            <a:extLst>
              <a:ext uri="{FF2B5EF4-FFF2-40B4-BE49-F238E27FC236}">
                <a16:creationId xmlns:a16="http://schemas.microsoft.com/office/drawing/2014/main" id="{23EF61EE-8F54-4846-9956-CB279B417D5E}"/>
              </a:ext>
            </a:extLst>
          </p:cNvPr>
          <p:cNvCxnSpPr>
            <a:cxnSpLocks/>
            <a:stCxn id="450" idx="2"/>
            <a:endCxn id="325" idx="0"/>
          </p:cNvCxnSpPr>
          <p:nvPr/>
        </p:nvCxnSpPr>
        <p:spPr>
          <a:xfrm flipH="1">
            <a:off x="25001195" y="5865579"/>
            <a:ext cx="54" cy="27363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1" name="Прямоугольник 540">
            <a:extLst>
              <a:ext uri="{FF2B5EF4-FFF2-40B4-BE49-F238E27FC236}">
                <a16:creationId xmlns:a16="http://schemas.microsoft.com/office/drawing/2014/main" id="{7F70D2E7-594E-4753-B35D-F0DE0E51CE0A}"/>
              </a:ext>
            </a:extLst>
          </p:cNvPr>
          <p:cNvSpPr/>
          <p:nvPr/>
        </p:nvSpPr>
        <p:spPr>
          <a:xfrm>
            <a:off x="25681695" y="5325862"/>
            <a:ext cx="926325" cy="540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Создание франко-британского союза</a:t>
            </a:r>
          </a:p>
        </p:txBody>
      </p:sp>
      <p:sp>
        <p:nvSpPr>
          <p:cNvPr id="542" name="Прямоугольник 541">
            <a:extLst>
              <a:ext uri="{FF2B5EF4-FFF2-40B4-BE49-F238E27FC236}">
                <a16:creationId xmlns:a16="http://schemas.microsoft.com/office/drawing/2014/main" id="{B7ECC2EB-C596-4766-959C-881DF603A2DB}"/>
              </a:ext>
            </a:extLst>
          </p:cNvPr>
          <p:cNvSpPr/>
          <p:nvPr/>
        </p:nvSpPr>
        <p:spPr>
          <a:xfrm>
            <a:off x="26832193" y="5326632"/>
            <a:ext cx="926325" cy="540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Принять перемирие </a:t>
            </a:r>
            <a:r>
              <a:rPr lang="ru-RU" sz="700" dirty="0" err="1"/>
              <a:t>Петена</a:t>
            </a:r>
            <a:endParaRPr lang="ru-RU" sz="700" dirty="0"/>
          </a:p>
        </p:txBody>
      </p:sp>
      <p:cxnSp>
        <p:nvCxnSpPr>
          <p:cNvPr id="543" name="Прямая соединительная линия 542">
            <a:extLst>
              <a:ext uri="{FF2B5EF4-FFF2-40B4-BE49-F238E27FC236}">
                <a16:creationId xmlns:a16="http://schemas.microsoft.com/office/drawing/2014/main" id="{38D3B697-8338-4BA1-AB8F-7B3D1EFAF0BD}"/>
              </a:ext>
            </a:extLst>
          </p:cNvPr>
          <p:cNvCxnSpPr>
            <a:cxnSpLocks/>
            <a:stCxn id="541" idx="3"/>
            <a:endCxn id="542" idx="1"/>
          </p:cNvCxnSpPr>
          <p:nvPr/>
        </p:nvCxnSpPr>
        <p:spPr>
          <a:xfrm>
            <a:off x="26608020" y="5595862"/>
            <a:ext cx="224173" cy="77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Соединительная линия уступом 620">
            <a:extLst>
              <a:ext uri="{FF2B5EF4-FFF2-40B4-BE49-F238E27FC236}">
                <a16:creationId xmlns:a16="http://schemas.microsoft.com/office/drawing/2014/main" id="{E77A6A4B-891C-4BF8-AFAC-F6E3AD54E2C0}"/>
              </a:ext>
            </a:extLst>
          </p:cNvPr>
          <p:cNvCxnSpPr>
            <a:cxnSpLocks/>
            <a:stCxn id="134" idx="2"/>
            <a:endCxn id="541" idx="0"/>
          </p:cNvCxnSpPr>
          <p:nvPr/>
        </p:nvCxnSpPr>
        <p:spPr>
          <a:xfrm rot="5400000">
            <a:off x="26600147" y="4630432"/>
            <a:ext cx="240142" cy="1150719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" name="Прямая соединительная линия 539">
            <a:extLst>
              <a:ext uri="{FF2B5EF4-FFF2-40B4-BE49-F238E27FC236}">
                <a16:creationId xmlns:a16="http://schemas.microsoft.com/office/drawing/2014/main" id="{3824ECF7-61F0-41B0-AAB8-746153D23746}"/>
              </a:ext>
            </a:extLst>
          </p:cNvPr>
          <p:cNvCxnSpPr>
            <a:cxnSpLocks/>
            <a:stCxn id="157" idx="3"/>
            <a:endCxn id="158" idx="1"/>
          </p:cNvCxnSpPr>
          <p:nvPr/>
        </p:nvCxnSpPr>
        <p:spPr>
          <a:xfrm>
            <a:off x="30365064" y="22611944"/>
            <a:ext cx="28401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6" name="Прямоугольник 545">
            <a:extLst>
              <a:ext uri="{FF2B5EF4-FFF2-40B4-BE49-F238E27FC236}">
                <a16:creationId xmlns:a16="http://schemas.microsoft.com/office/drawing/2014/main" id="{C2134E29-0058-49CB-85F3-BCE19E4B1BF3}"/>
              </a:ext>
            </a:extLst>
          </p:cNvPr>
          <p:cNvSpPr/>
          <p:nvPr/>
        </p:nvSpPr>
        <p:spPr>
          <a:xfrm>
            <a:off x="27982691" y="5325579"/>
            <a:ext cx="926325" cy="540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124733" tIns="62367" rIns="124733" bIns="62367" rtlCol="0" anchor="ctr"/>
          <a:lstStyle/>
          <a:p>
            <a:pPr algn="ctr"/>
            <a:r>
              <a:rPr lang="ru-RU" sz="700" dirty="0"/>
              <a:t>Перевести правительство в Африку</a:t>
            </a:r>
          </a:p>
        </p:txBody>
      </p:sp>
      <p:cxnSp>
        <p:nvCxnSpPr>
          <p:cNvPr id="547" name="Соединительная линия уступом 620">
            <a:extLst>
              <a:ext uri="{FF2B5EF4-FFF2-40B4-BE49-F238E27FC236}">
                <a16:creationId xmlns:a16="http://schemas.microsoft.com/office/drawing/2014/main" id="{80E151F8-0837-4EC1-AA8C-12569FA623DB}"/>
              </a:ext>
            </a:extLst>
          </p:cNvPr>
          <p:cNvCxnSpPr>
            <a:cxnSpLocks/>
            <a:stCxn id="134" idx="2"/>
            <a:endCxn id="546" idx="0"/>
          </p:cNvCxnSpPr>
          <p:nvPr/>
        </p:nvCxnSpPr>
        <p:spPr>
          <a:xfrm rot="16200000" flipH="1">
            <a:off x="27750786" y="4630510"/>
            <a:ext cx="239859" cy="115027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8" name="Прямая соединительная линия 547">
            <a:extLst>
              <a:ext uri="{FF2B5EF4-FFF2-40B4-BE49-F238E27FC236}">
                <a16:creationId xmlns:a16="http://schemas.microsoft.com/office/drawing/2014/main" id="{3B1E9863-01EB-44E7-87E0-DAC5BB9E0345}"/>
              </a:ext>
            </a:extLst>
          </p:cNvPr>
          <p:cNvCxnSpPr>
            <a:cxnSpLocks/>
            <a:stCxn id="542" idx="3"/>
            <a:endCxn id="546" idx="1"/>
          </p:cNvCxnSpPr>
          <p:nvPr/>
        </p:nvCxnSpPr>
        <p:spPr>
          <a:xfrm flipV="1">
            <a:off x="27758518" y="5595579"/>
            <a:ext cx="224173" cy="1053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Прямая со стрелкой 548">
            <a:extLst>
              <a:ext uri="{FF2B5EF4-FFF2-40B4-BE49-F238E27FC236}">
                <a16:creationId xmlns:a16="http://schemas.microsoft.com/office/drawing/2014/main" id="{051336FE-60FB-44FE-AC4C-24873109E960}"/>
              </a:ext>
            </a:extLst>
          </p:cNvPr>
          <p:cNvCxnSpPr>
            <a:cxnSpLocks/>
            <a:stCxn id="134" idx="2"/>
            <a:endCxn id="542" idx="0"/>
          </p:cNvCxnSpPr>
          <p:nvPr/>
        </p:nvCxnSpPr>
        <p:spPr>
          <a:xfrm flipH="1">
            <a:off x="27295356" y="5085720"/>
            <a:ext cx="221" cy="24091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Соединительная линия уступом 620">
            <a:extLst>
              <a:ext uri="{FF2B5EF4-FFF2-40B4-BE49-F238E27FC236}">
                <a16:creationId xmlns:a16="http://schemas.microsoft.com/office/drawing/2014/main" id="{A2E88370-0671-449A-92FD-2FEFBE22E475}"/>
              </a:ext>
            </a:extLst>
          </p:cNvPr>
          <p:cNvCxnSpPr>
            <a:cxnSpLocks/>
            <a:stCxn id="135" idx="2"/>
            <a:endCxn id="444" idx="0"/>
          </p:cNvCxnSpPr>
          <p:nvPr/>
        </p:nvCxnSpPr>
        <p:spPr>
          <a:xfrm rot="16200000" flipH="1">
            <a:off x="19935613" y="4927841"/>
            <a:ext cx="246956" cy="57048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8" name="Соединительная линия уступом 620">
            <a:extLst>
              <a:ext uri="{FF2B5EF4-FFF2-40B4-BE49-F238E27FC236}">
                <a16:creationId xmlns:a16="http://schemas.microsoft.com/office/drawing/2014/main" id="{626E0D17-48E2-4308-8A80-141D6C2B15FB}"/>
              </a:ext>
            </a:extLst>
          </p:cNvPr>
          <p:cNvCxnSpPr>
            <a:cxnSpLocks/>
            <a:stCxn id="135" idx="2"/>
            <a:endCxn id="156" idx="0"/>
          </p:cNvCxnSpPr>
          <p:nvPr/>
        </p:nvCxnSpPr>
        <p:spPr>
          <a:xfrm rot="5400000">
            <a:off x="18514755" y="4077184"/>
            <a:ext cx="246670" cy="2271516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6" name="Соединительная линия уступом 620">
            <a:extLst>
              <a:ext uri="{FF2B5EF4-FFF2-40B4-BE49-F238E27FC236}">
                <a16:creationId xmlns:a16="http://schemas.microsoft.com/office/drawing/2014/main" id="{D966D416-2D74-4911-BE07-D18D52943919}"/>
              </a:ext>
            </a:extLst>
          </p:cNvPr>
          <p:cNvCxnSpPr>
            <a:cxnSpLocks/>
            <a:stCxn id="1031" idx="2"/>
            <a:endCxn id="133" idx="0"/>
          </p:cNvCxnSpPr>
          <p:nvPr/>
        </p:nvCxnSpPr>
        <p:spPr>
          <a:xfrm rot="5400000">
            <a:off x="23106488" y="4384544"/>
            <a:ext cx="327185" cy="1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7" name="Соединительная линия уступом 620">
            <a:extLst>
              <a:ext uri="{FF2B5EF4-FFF2-40B4-BE49-F238E27FC236}">
                <a16:creationId xmlns:a16="http://schemas.microsoft.com/office/drawing/2014/main" id="{463F60F5-A8A9-41EC-8907-36DE817D4071}"/>
              </a:ext>
            </a:extLst>
          </p:cNvPr>
          <p:cNvCxnSpPr>
            <a:cxnSpLocks/>
            <a:stCxn id="1031" idx="2"/>
            <a:endCxn id="257" idx="0"/>
          </p:cNvCxnSpPr>
          <p:nvPr/>
        </p:nvCxnSpPr>
        <p:spPr>
          <a:xfrm rot="16200000" flipH="1">
            <a:off x="23971310" y="3519721"/>
            <a:ext cx="328655" cy="1731115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1" name="Соединительная линия уступом 620">
            <a:extLst>
              <a:ext uri="{FF2B5EF4-FFF2-40B4-BE49-F238E27FC236}">
                <a16:creationId xmlns:a16="http://schemas.microsoft.com/office/drawing/2014/main" id="{50D21DA4-91AC-446B-A372-785C60D64745}"/>
              </a:ext>
            </a:extLst>
          </p:cNvPr>
          <p:cNvCxnSpPr>
            <a:cxnSpLocks/>
            <a:stCxn id="1031" idx="2"/>
            <a:endCxn id="134" idx="0"/>
          </p:cNvCxnSpPr>
          <p:nvPr/>
        </p:nvCxnSpPr>
        <p:spPr>
          <a:xfrm rot="16200000" flipH="1">
            <a:off x="25120444" y="2370587"/>
            <a:ext cx="324768" cy="4025497"/>
          </a:xfrm>
          <a:prstGeom prst="bentConnector3">
            <a:avLst>
              <a:gd name="adj1" fmla="val 50000"/>
            </a:avLst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2" name="Прямая со стрелкой 571">
            <a:extLst>
              <a:ext uri="{FF2B5EF4-FFF2-40B4-BE49-F238E27FC236}">
                <a16:creationId xmlns:a16="http://schemas.microsoft.com/office/drawing/2014/main" id="{1540FABF-C056-4017-8A1D-F38C8150A1E0}"/>
              </a:ext>
            </a:extLst>
          </p:cNvPr>
          <p:cNvCxnSpPr>
            <a:cxnSpLocks/>
            <a:stCxn id="1030" idx="2"/>
            <a:endCxn id="1031" idx="0"/>
          </p:cNvCxnSpPr>
          <p:nvPr/>
        </p:nvCxnSpPr>
        <p:spPr>
          <a:xfrm>
            <a:off x="23266634" y="3410951"/>
            <a:ext cx="3446" cy="270001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318873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50126</TotalTime>
  <Words>570</Words>
  <Application>Microsoft Office PowerPoint</Application>
  <PresentationFormat>Произвольный</PresentationFormat>
  <Paragraphs>146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Kirill</dc:creator>
  <cp:lastModifiedBy>Антон Алёшин</cp:lastModifiedBy>
  <cp:revision>2338</cp:revision>
  <dcterms:created xsi:type="dcterms:W3CDTF">2018-10-23T08:09:21Z</dcterms:created>
  <dcterms:modified xsi:type="dcterms:W3CDTF">2026-01-20T08:41:15Z</dcterms:modified>
</cp:coreProperties>
</file>