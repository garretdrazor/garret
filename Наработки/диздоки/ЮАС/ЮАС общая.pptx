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90" d="100"/>
          <a:sy n="90" d="100"/>
        </p:scale>
        <p:origin x="-1507" y="53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 rot="16200000" flipH="1">
            <a:off x="3318794" y="3602393"/>
            <a:ext cx="1470539" cy="792250"/>
          </a:xfrm>
          <a:prstGeom prst="bentConnector3">
            <a:avLst>
              <a:gd name="adj1" fmla="val 854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 (+ министры)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46258</TotalTime>
  <Words>2042</Words>
  <Application>Microsoft Office PowerPoint</Application>
  <PresentationFormat>Произвольный</PresentationFormat>
  <Paragraphs>245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2320</cp:revision>
  <dcterms:created xsi:type="dcterms:W3CDTF">2018-10-23T08:09:21Z</dcterms:created>
  <dcterms:modified xsi:type="dcterms:W3CDTF">2025-12-16T16:55:21Z</dcterms:modified>
</cp:coreProperties>
</file>