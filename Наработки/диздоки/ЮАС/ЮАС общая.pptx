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9269" y="-7142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24.10.2025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 (лидер и глав партия зависят от года) </a:t>
            </a:r>
            <a:r>
              <a:rPr lang="ru-RU" sz="400" dirty="0"/>
              <a:t>(</a:t>
            </a:r>
            <a:r>
              <a:rPr lang="ru-RU" sz="400" dirty="0" err="1"/>
              <a:t>кирино</a:t>
            </a:r>
            <a:r>
              <a:rPr lang="en-US" sz="400" dirty="0"/>
              <a:t>: </a:t>
            </a:r>
            <a:r>
              <a:rPr lang="ru-RU" sz="400" dirty="0"/>
              <a:t>НД на 100 дней, </a:t>
            </a:r>
            <a:r>
              <a:rPr lang="ru-RU" sz="400" dirty="0" err="1"/>
              <a:t>политка</a:t>
            </a:r>
            <a:r>
              <a:rPr lang="ru-RU" sz="400" dirty="0"/>
              <a:t> +1, автономия +2, </a:t>
            </a:r>
            <a:r>
              <a:rPr lang="ru-RU" sz="400" dirty="0" err="1"/>
              <a:t>фазим</a:t>
            </a:r>
            <a:r>
              <a:rPr lang="ru-RU" sz="400" dirty="0"/>
              <a:t> +0,1, </a:t>
            </a:r>
            <a:r>
              <a:rPr lang="ru-RU" sz="400" dirty="0" err="1"/>
              <a:t>Африканерская</a:t>
            </a:r>
            <a:r>
              <a:rPr lang="ru-RU" sz="400" dirty="0"/>
              <a:t> республика)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 </a:t>
            </a:r>
            <a:r>
              <a:rPr lang="ru-RU" sz="300" dirty="0"/>
              <a:t>(Движение также пыталось заручиться поддержкой белых англоязычных, но без особого успеха. Белые носители английского языка боялись африканеров. национализма и в целом были удовлетворены правительством Герцога и </a:t>
            </a:r>
            <a:r>
              <a:rPr lang="ru-RU" sz="300" dirty="0" err="1"/>
              <a:t>Смэтса</a:t>
            </a:r>
            <a:r>
              <a:rPr lang="ru-RU" sz="300" dirty="0"/>
              <a:t> .)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Антикоммунизм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Антикапитализм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45060</TotalTime>
  <Words>2089</Words>
  <Application>Microsoft Office PowerPoint</Application>
  <PresentationFormat>Произвольный</PresentationFormat>
  <Paragraphs>243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2312</cp:revision>
  <dcterms:created xsi:type="dcterms:W3CDTF">2018-10-23T08:09:21Z</dcterms:created>
  <dcterms:modified xsi:type="dcterms:W3CDTF">2025-10-24T15:34:36Z</dcterms:modified>
</cp:coreProperties>
</file>