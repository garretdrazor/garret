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20" d="100"/>
          <a:sy n="120" d="100"/>
        </p:scale>
        <p:origin x="-1986" y="-492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868465" y="15635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867048" y="260840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10283618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461017" y="166735"/>
            <a:ext cx="387744" cy="24135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4445110" y="2208579"/>
            <a:ext cx="1417" cy="39982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4445110" y="3253467"/>
            <a:ext cx="5078" cy="1480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5403318" y="156874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Упор на </a:t>
            </a:r>
            <a:r>
              <a:rPr lang="ru-RU" sz="1100" dirty="0" err="1"/>
              <a:t>африканерской</a:t>
            </a:r>
            <a:r>
              <a:rPr lang="ru-RU" sz="1100" dirty="0"/>
              <a:t> нации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020193" y="140842"/>
            <a:ext cx="389094" cy="24667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6255383" y="-629202"/>
            <a:ext cx="383861" cy="4001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5785154" y="2410037"/>
            <a:ext cx="404373" cy="119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5684911" y="2510281"/>
            <a:ext cx="1416481" cy="823542"/>
          </a:xfrm>
          <a:prstGeom prst="bentConnector3">
            <a:avLst>
              <a:gd name="adj1" fmla="val 1239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4895277" y="2541237"/>
            <a:ext cx="1413528" cy="758678"/>
          </a:xfrm>
          <a:prstGeom prst="bentConnector3">
            <a:avLst>
              <a:gd name="adj1" fmla="val 1231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3861341" y="3053100"/>
            <a:ext cx="383403" cy="7841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 (+ министры)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855534" y="1218607"/>
            <a:ext cx="397567" cy="238527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5" name="Прямоугольник 584">
            <a:extLst>
              <a:ext uri="{FF2B5EF4-FFF2-40B4-BE49-F238E27FC236}">
                <a16:creationId xmlns:a16="http://schemas.microsoft.com/office/drawing/2014/main" id="{9BA3B89F-0C56-4A24-82AB-5D74D1DA5C11}"/>
              </a:ext>
            </a:extLst>
          </p:cNvPr>
          <p:cNvSpPr/>
          <p:nvPr/>
        </p:nvSpPr>
        <p:spPr>
          <a:xfrm>
            <a:off x="6226860" y="572484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Поставки оружия от Германии</a:t>
            </a:r>
            <a:endParaRPr lang="ru-RU" sz="600" dirty="0"/>
          </a:p>
        </p:txBody>
      </p: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46528</TotalTime>
  <Words>1829</Words>
  <Application>Microsoft Office PowerPoint</Application>
  <PresentationFormat>Произвольный</PresentationFormat>
  <Paragraphs>245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2322</cp:revision>
  <dcterms:created xsi:type="dcterms:W3CDTF">2018-10-23T08:09:21Z</dcterms:created>
  <dcterms:modified xsi:type="dcterms:W3CDTF">2026-01-29T12:23:50Z</dcterms:modified>
</cp:coreProperties>
</file>