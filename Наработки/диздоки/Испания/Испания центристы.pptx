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9" r:id="rId2"/>
  </p:sldIdLst>
  <p:sldSz cx="51206400" cy="36018788"/>
  <p:notesSz cx="6858000" cy="9144000"/>
  <p:defaultTextStyle>
    <a:defPPr>
      <a:defRPr lang="ru-RU"/>
    </a:defPPr>
    <a:lvl1pPr marL="0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66144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32289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98433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64578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830722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596867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363011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129155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4">
          <p15:clr>
            <a:srgbClr val="A4A3A4"/>
          </p15:clr>
        </p15:guide>
        <p15:guide id="2" pos="161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F13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5" autoAdjust="0"/>
    <p:restoredTop sz="96270" autoAdjust="0"/>
  </p:normalViewPr>
  <p:slideViewPr>
    <p:cSldViewPr snapToGrid="0">
      <p:cViewPr>
        <p:scale>
          <a:sx n="140" d="100"/>
          <a:sy n="140" d="100"/>
        </p:scale>
        <p:origin x="-15450" y="-2418"/>
      </p:cViewPr>
      <p:guideLst>
        <p:guide orient="horz" pos="11344"/>
        <p:guide pos="161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3D7F9-E251-484C-A6FF-FA958879DF69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36663" y="1143000"/>
            <a:ext cx="4384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6EE9E-3817-4644-8752-DBAA6FA3C80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3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23667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47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7100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94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118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741999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365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89332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36663" y="1143000"/>
            <a:ext cx="438467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6EE9E-3817-4644-8752-DBAA6FA3C80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76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1" y="5894744"/>
            <a:ext cx="38404800" cy="12539874"/>
          </a:xfrm>
        </p:spPr>
        <p:txBody>
          <a:bodyPr anchor="b"/>
          <a:lstStyle>
            <a:lvl1pPr algn="ctr"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1" y="18918204"/>
            <a:ext cx="38404800" cy="8696200"/>
          </a:xfrm>
        </p:spPr>
        <p:txBody>
          <a:bodyPr/>
          <a:lstStyle>
            <a:lvl1pPr marL="0" indent="0" algn="ctr">
              <a:buNone/>
              <a:defRPr sz="9900"/>
            </a:lvl1pPr>
            <a:lvl2pPr marL="1878359" indent="0" algn="ctr">
              <a:buNone/>
              <a:defRPr sz="8200"/>
            </a:lvl2pPr>
            <a:lvl3pPr marL="3756718" indent="0" algn="ctr">
              <a:buNone/>
              <a:defRPr sz="7400"/>
            </a:lvl3pPr>
            <a:lvl4pPr marL="5635077" indent="0" algn="ctr">
              <a:buNone/>
              <a:defRPr sz="6600"/>
            </a:lvl4pPr>
            <a:lvl5pPr marL="7513436" indent="0" algn="ctr">
              <a:buNone/>
              <a:defRPr sz="6600"/>
            </a:lvl5pPr>
            <a:lvl6pPr marL="9391794" indent="0" algn="ctr">
              <a:buNone/>
              <a:defRPr sz="6600"/>
            </a:lvl6pPr>
            <a:lvl7pPr marL="11270153" indent="0" algn="ctr">
              <a:buNone/>
              <a:defRPr sz="6600"/>
            </a:lvl7pPr>
            <a:lvl8pPr marL="13148512" indent="0" algn="ctr">
              <a:buNone/>
              <a:defRPr sz="6600"/>
            </a:lvl8pPr>
            <a:lvl9pPr marL="15026871" indent="0" algn="ctr">
              <a:buNone/>
              <a:defRPr sz="6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85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55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4" y="8979693"/>
            <a:ext cx="44165519" cy="14982813"/>
          </a:xfrm>
        </p:spPr>
        <p:txBody>
          <a:bodyPr anchor="b"/>
          <a:lstStyle>
            <a:lvl1pPr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4" y="24104247"/>
            <a:ext cx="44165519" cy="7879108"/>
          </a:xfrm>
        </p:spPr>
        <p:txBody>
          <a:bodyPr/>
          <a:lstStyle>
            <a:lvl1pPr marL="0" indent="0">
              <a:buNone/>
              <a:defRPr sz="9900">
                <a:solidFill>
                  <a:schemeClr val="tx1">
                    <a:tint val="75000"/>
                  </a:schemeClr>
                </a:solidFill>
              </a:defRPr>
            </a:lvl1pPr>
            <a:lvl2pPr marL="1878359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3756718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56350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751343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9391794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1270153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314851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5026871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24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2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1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46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3" y="1917674"/>
            <a:ext cx="44165519" cy="69619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8829610"/>
            <a:ext cx="21662706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3156863"/>
            <a:ext cx="21662706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8829610"/>
            <a:ext cx="21769390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3156863"/>
            <a:ext cx="21769390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56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8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8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5186042"/>
            <a:ext cx="25923240" cy="25596684"/>
          </a:xfrm>
        </p:spPr>
        <p:txBody>
          <a:bodyPr/>
          <a:lstStyle>
            <a:lvl1pPr>
              <a:defRPr sz="13100"/>
            </a:lvl1pPr>
            <a:lvl2pPr>
              <a:defRPr sz="11500"/>
            </a:lvl2pPr>
            <a:lvl3pPr>
              <a:defRPr sz="99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45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5186042"/>
            <a:ext cx="25923240" cy="25596684"/>
          </a:xfrm>
        </p:spPr>
        <p:txBody>
          <a:bodyPr anchor="t"/>
          <a:lstStyle>
            <a:lvl1pPr marL="0" indent="0">
              <a:buNone/>
              <a:defRPr sz="13100"/>
            </a:lvl1pPr>
            <a:lvl2pPr marL="1878359" indent="0">
              <a:buNone/>
              <a:defRPr sz="11500"/>
            </a:lvl2pPr>
            <a:lvl3pPr marL="3756718" indent="0">
              <a:buNone/>
              <a:defRPr sz="9900"/>
            </a:lvl3pPr>
            <a:lvl4pPr marL="5635077" indent="0">
              <a:buNone/>
              <a:defRPr sz="8200"/>
            </a:lvl4pPr>
            <a:lvl5pPr marL="7513436" indent="0">
              <a:buNone/>
              <a:defRPr sz="8200"/>
            </a:lvl5pPr>
            <a:lvl6pPr marL="9391794" indent="0">
              <a:buNone/>
              <a:defRPr sz="8200"/>
            </a:lvl6pPr>
            <a:lvl7pPr marL="11270153" indent="0">
              <a:buNone/>
              <a:defRPr sz="8200"/>
            </a:lvl7pPr>
            <a:lvl8pPr marL="13148512" indent="0">
              <a:buNone/>
              <a:defRPr sz="8200"/>
            </a:lvl8pPr>
            <a:lvl9pPr marL="15026871" indent="0">
              <a:buNone/>
              <a:defRPr sz="8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07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917668"/>
            <a:ext cx="11041380" cy="3052425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1917668"/>
            <a:ext cx="32484061" cy="3052425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49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4" y="1917674"/>
            <a:ext cx="44165519" cy="6961967"/>
          </a:xfrm>
          <a:prstGeom prst="rect">
            <a:avLst/>
          </a:prstGeom>
        </p:spPr>
        <p:txBody>
          <a:bodyPr vert="horz" lIns="124733" tIns="62367" rIns="124733" bIns="62367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4" y="9588334"/>
            <a:ext cx="44165519" cy="22853590"/>
          </a:xfrm>
          <a:prstGeom prst="rect">
            <a:avLst/>
          </a:prstGeom>
        </p:spPr>
        <p:txBody>
          <a:bodyPr vert="horz" lIns="124733" tIns="62367" rIns="124733" bIns="6236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2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l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5DE44-605B-4D3B-B2B7-94543DF81A36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5" y="33384083"/>
            <a:ext cx="17282159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ct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10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756718" rtl="0" eaLnBrk="1" latinLnBrk="0" hangingPunct="1">
        <a:lnSpc>
          <a:spcPct val="90000"/>
        </a:lnSpc>
        <a:spcBef>
          <a:spcPct val="0"/>
        </a:spcBef>
        <a:buNone/>
        <a:defRPr sz="18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9179" indent="-939179" algn="l" defTabSz="3756718" rtl="0" eaLnBrk="1" latinLnBrk="0" hangingPunct="1">
        <a:lnSpc>
          <a:spcPct val="90000"/>
        </a:lnSpc>
        <a:spcBef>
          <a:spcPts val="4109"/>
        </a:spcBef>
        <a:buFont typeface="Arial" panose="020B0604020202020204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1pPr>
      <a:lvl2pPr marL="2817538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2pPr>
      <a:lvl3pPr marL="4695897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574255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8452614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10330973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2209332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4087691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966050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1878359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756718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5635077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13436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391794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1270153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3148512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026871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Прямоугольник 614"/>
          <p:cNvSpPr/>
          <p:nvPr/>
        </p:nvSpPr>
        <p:spPr>
          <a:xfrm>
            <a:off x="555905" y="229384"/>
            <a:ext cx="971265" cy="675564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3600" b="1" dirty="0"/>
              <a:t>294</a:t>
            </a:r>
          </a:p>
        </p:txBody>
      </p:sp>
      <p:cxnSp>
        <p:nvCxnSpPr>
          <p:cNvPr id="590" name="Прямая соединительная линия 589"/>
          <p:cNvCxnSpPr>
            <a:stCxn id="813" idx="3"/>
            <a:endCxn id="801" idx="1"/>
          </p:cNvCxnSpPr>
          <p:nvPr/>
        </p:nvCxnSpPr>
        <p:spPr>
          <a:xfrm>
            <a:off x="883249" y="4097051"/>
            <a:ext cx="20841217" cy="839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Соединительная линия уступом 613"/>
          <p:cNvCxnSpPr>
            <a:stCxn id="801" idx="2"/>
            <a:endCxn id="828" idx="0"/>
          </p:cNvCxnSpPr>
          <p:nvPr/>
        </p:nvCxnSpPr>
        <p:spPr>
          <a:xfrm rot="5400000">
            <a:off x="21752592" y="4210409"/>
            <a:ext cx="270000" cy="60007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Прямая соединительная линия 635"/>
          <p:cNvCxnSpPr>
            <a:stCxn id="801" idx="3"/>
            <a:endCxn id="822" idx="1"/>
          </p:cNvCxnSpPr>
          <p:nvPr/>
        </p:nvCxnSpPr>
        <p:spPr>
          <a:xfrm flipV="1">
            <a:off x="22650791" y="4097051"/>
            <a:ext cx="27629284" cy="839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6" name="Соединительная линия уступом 825"/>
          <p:cNvCxnSpPr/>
          <p:nvPr/>
        </p:nvCxnSpPr>
        <p:spPr>
          <a:xfrm rot="16200000" flipH="1">
            <a:off x="16003394" y="1102284"/>
            <a:ext cx="3300637" cy="1554837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1" name="Прямоугольник 800"/>
          <p:cNvSpPr/>
          <p:nvPr/>
        </p:nvSpPr>
        <p:spPr>
          <a:xfrm>
            <a:off x="21724466" y="383544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Введение военного положения</a:t>
            </a:r>
          </a:p>
        </p:txBody>
      </p:sp>
      <p:sp>
        <p:nvSpPr>
          <p:cNvPr id="808" name="Прямоугольник 807"/>
          <p:cNvSpPr/>
          <p:nvPr/>
        </p:nvSpPr>
        <p:spPr>
          <a:xfrm>
            <a:off x="21723878" y="2862989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Выборы 1936</a:t>
            </a:r>
          </a:p>
        </p:txBody>
      </p:sp>
      <p:sp>
        <p:nvSpPr>
          <p:cNvPr id="813" name="Прямоугольник 812"/>
          <p:cNvSpPr/>
          <p:nvPr/>
        </p:nvSpPr>
        <p:spPr>
          <a:xfrm>
            <a:off x="-43076" y="3827051"/>
            <a:ext cx="926325" cy="540000"/>
          </a:xfrm>
          <a:prstGeom prst="rect">
            <a:avLst/>
          </a:prstGeom>
          <a:solidFill>
            <a:srgbClr val="FF0000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 err="1"/>
              <a:t>Прбеда</a:t>
            </a:r>
            <a:r>
              <a:rPr lang="ru-RU" sz="700" dirty="0"/>
              <a:t> народного фронта</a:t>
            </a:r>
          </a:p>
        </p:txBody>
      </p:sp>
      <p:cxnSp>
        <p:nvCxnSpPr>
          <p:cNvPr id="818" name="Соединительная линия уступом 817"/>
          <p:cNvCxnSpPr>
            <a:stCxn id="808" idx="2"/>
            <a:endCxn id="813" idx="0"/>
          </p:cNvCxnSpPr>
          <p:nvPr/>
        </p:nvCxnSpPr>
        <p:spPr>
          <a:xfrm rot="5400000">
            <a:off x="11091533" y="-7268457"/>
            <a:ext cx="424062" cy="2176695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2" name="Прямоугольник 821"/>
          <p:cNvSpPr/>
          <p:nvPr/>
        </p:nvSpPr>
        <p:spPr>
          <a:xfrm>
            <a:off x="50280075" y="3827051"/>
            <a:ext cx="926325" cy="540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Победа национального </a:t>
            </a:r>
            <a:r>
              <a:rPr lang="ru-RU" sz="700" dirty="0" err="1"/>
              <a:t>фрона</a:t>
            </a:r>
            <a:endParaRPr lang="ru-RU" sz="700" dirty="0"/>
          </a:p>
        </p:txBody>
      </p:sp>
      <p:cxnSp>
        <p:nvCxnSpPr>
          <p:cNvPr id="824" name="Соединительная линия уступом 823"/>
          <p:cNvCxnSpPr>
            <a:stCxn id="808" idx="2"/>
            <a:endCxn id="822" idx="0"/>
          </p:cNvCxnSpPr>
          <p:nvPr/>
        </p:nvCxnSpPr>
        <p:spPr>
          <a:xfrm rot="16200000" flipH="1">
            <a:off x="36253108" y="-10663079"/>
            <a:ext cx="424062" cy="2855619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Прямая со стрелкой 826"/>
          <p:cNvCxnSpPr>
            <a:stCxn id="808" idx="2"/>
            <a:endCxn id="801" idx="0"/>
          </p:cNvCxnSpPr>
          <p:nvPr/>
        </p:nvCxnSpPr>
        <p:spPr>
          <a:xfrm>
            <a:off x="22187041" y="3402989"/>
            <a:ext cx="588" cy="43245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8" name="Прямоугольник 827"/>
          <p:cNvSpPr/>
          <p:nvPr/>
        </p:nvSpPr>
        <p:spPr>
          <a:xfrm>
            <a:off x="21124391" y="464544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Примириться с левыми силами </a:t>
            </a:r>
            <a:r>
              <a:rPr lang="ru-RU" sz="500" dirty="0"/>
              <a:t>(только когда их влияние упадёт на ноль после репрессий)</a:t>
            </a:r>
          </a:p>
        </p:txBody>
      </p:sp>
      <p:sp>
        <p:nvSpPr>
          <p:cNvPr id="829" name="Прямоугольник 828"/>
          <p:cNvSpPr/>
          <p:nvPr/>
        </p:nvSpPr>
        <p:spPr>
          <a:xfrm>
            <a:off x="22328196" y="4645445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Примириться с правыми силами </a:t>
            </a:r>
            <a:r>
              <a:rPr lang="ru-RU" sz="500" dirty="0"/>
              <a:t>(только когда их влияние упадёт на ноль после репрессий)</a:t>
            </a:r>
          </a:p>
        </p:txBody>
      </p:sp>
      <p:sp>
        <p:nvSpPr>
          <p:cNvPr id="830" name="Прямоугольник 829"/>
          <p:cNvSpPr/>
          <p:nvPr/>
        </p:nvSpPr>
        <p:spPr>
          <a:xfrm>
            <a:off x="21723878" y="545544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Укрепление позиций центра (наше)</a:t>
            </a:r>
          </a:p>
        </p:txBody>
      </p:sp>
      <p:cxnSp>
        <p:nvCxnSpPr>
          <p:cNvPr id="831" name="Соединительная линия уступом 830"/>
          <p:cNvCxnSpPr>
            <a:stCxn id="801" idx="2"/>
            <a:endCxn id="829" idx="0"/>
          </p:cNvCxnSpPr>
          <p:nvPr/>
        </p:nvCxnSpPr>
        <p:spPr>
          <a:xfrm rot="16200000" flipH="1">
            <a:off x="22354495" y="4208580"/>
            <a:ext cx="269999" cy="60373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Соединительная линия уступом 831"/>
          <p:cNvCxnSpPr>
            <a:stCxn id="829" idx="2"/>
            <a:endCxn id="830" idx="0"/>
          </p:cNvCxnSpPr>
          <p:nvPr/>
        </p:nvCxnSpPr>
        <p:spPr>
          <a:xfrm rot="5400000">
            <a:off x="22354200" y="5018286"/>
            <a:ext cx="270001" cy="60431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Соединительная линия уступом 832"/>
          <p:cNvCxnSpPr>
            <a:stCxn id="828" idx="2"/>
            <a:endCxn id="830" idx="0"/>
          </p:cNvCxnSpPr>
          <p:nvPr/>
        </p:nvCxnSpPr>
        <p:spPr>
          <a:xfrm rot="16200000" flipH="1">
            <a:off x="21752297" y="5020702"/>
            <a:ext cx="270000" cy="59948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4" name="Прямоугольник 833"/>
          <p:cNvSpPr/>
          <p:nvPr/>
        </p:nvSpPr>
        <p:spPr>
          <a:xfrm>
            <a:off x="21723870" y="7065171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 err="1"/>
              <a:t>Послекризисные</a:t>
            </a:r>
            <a:r>
              <a:rPr lang="ru-RU" sz="700" dirty="0"/>
              <a:t> выборы</a:t>
            </a:r>
          </a:p>
        </p:txBody>
      </p:sp>
      <p:cxnSp>
        <p:nvCxnSpPr>
          <p:cNvPr id="835" name="Прямая со стрелкой 834"/>
          <p:cNvCxnSpPr>
            <a:stCxn id="830" idx="2"/>
            <a:endCxn id="834" idx="0"/>
          </p:cNvCxnSpPr>
          <p:nvPr/>
        </p:nvCxnSpPr>
        <p:spPr>
          <a:xfrm flipH="1">
            <a:off x="22187033" y="5995446"/>
            <a:ext cx="8" cy="10697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6" name="Прямоугольник 835"/>
          <p:cNvSpPr/>
          <p:nvPr/>
        </p:nvSpPr>
        <p:spPr>
          <a:xfrm>
            <a:off x="23390848" y="464068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прав президента (наше)</a:t>
            </a:r>
          </a:p>
        </p:txBody>
      </p:sp>
      <p:cxnSp>
        <p:nvCxnSpPr>
          <p:cNvPr id="837" name="Соединительная линия уступом 836"/>
          <p:cNvCxnSpPr>
            <a:stCxn id="801" idx="2"/>
            <a:endCxn id="836" idx="0"/>
          </p:cNvCxnSpPr>
          <p:nvPr/>
        </p:nvCxnSpPr>
        <p:spPr>
          <a:xfrm rot="16200000" flipH="1">
            <a:off x="22888202" y="3674873"/>
            <a:ext cx="265236" cy="166638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8" name="Прямоугольник 837"/>
          <p:cNvSpPr/>
          <p:nvPr/>
        </p:nvSpPr>
        <p:spPr>
          <a:xfrm>
            <a:off x="20061739" y="464141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Продолжение аграрной реформы (наше)</a:t>
            </a:r>
          </a:p>
        </p:txBody>
      </p:sp>
      <p:cxnSp>
        <p:nvCxnSpPr>
          <p:cNvPr id="839" name="Соединительная линия уступом 838"/>
          <p:cNvCxnSpPr>
            <a:stCxn id="801" idx="2"/>
            <a:endCxn id="838" idx="0"/>
          </p:cNvCxnSpPr>
          <p:nvPr/>
        </p:nvCxnSpPr>
        <p:spPr>
          <a:xfrm rot="5400000">
            <a:off x="21223282" y="3677067"/>
            <a:ext cx="265968" cy="166272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0" name="Прямоугольник 839"/>
          <p:cNvSpPr/>
          <p:nvPr/>
        </p:nvSpPr>
        <p:spPr>
          <a:xfrm>
            <a:off x="20061739" y="544738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Предоставление земли крестьянам (наше)</a:t>
            </a:r>
          </a:p>
        </p:txBody>
      </p:sp>
      <p:sp>
        <p:nvSpPr>
          <p:cNvPr id="841" name="Прямоугольник 840"/>
          <p:cNvSpPr/>
          <p:nvPr/>
        </p:nvSpPr>
        <p:spPr>
          <a:xfrm>
            <a:off x="18994257" y="545544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Избавление от феодальных порядков (наше)</a:t>
            </a:r>
          </a:p>
        </p:txBody>
      </p:sp>
      <p:sp>
        <p:nvSpPr>
          <p:cNvPr id="842" name="Прямоугольник 841"/>
          <p:cNvSpPr/>
          <p:nvPr/>
        </p:nvSpPr>
        <p:spPr>
          <a:xfrm>
            <a:off x="18994257" y="626544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/>
              <a:t>Модернизация промышленных предприятий (наше)</a:t>
            </a:r>
            <a:endParaRPr lang="ru-RU" sz="700" dirty="0"/>
          </a:p>
        </p:txBody>
      </p:sp>
      <p:sp>
        <p:nvSpPr>
          <p:cNvPr id="843" name="Прямоугольник 842"/>
          <p:cNvSpPr/>
          <p:nvPr/>
        </p:nvSpPr>
        <p:spPr>
          <a:xfrm>
            <a:off x="20061739" y="6264151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Снятие чрезвычайного положения (наше)</a:t>
            </a:r>
          </a:p>
        </p:txBody>
      </p:sp>
      <p:cxnSp>
        <p:nvCxnSpPr>
          <p:cNvPr id="845" name="Соединительная линия уступом 844"/>
          <p:cNvCxnSpPr>
            <a:stCxn id="838" idx="2"/>
            <a:endCxn id="841" idx="0"/>
          </p:cNvCxnSpPr>
          <p:nvPr/>
        </p:nvCxnSpPr>
        <p:spPr>
          <a:xfrm rot="5400000">
            <a:off x="19854145" y="4784689"/>
            <a:ext cx="274032" cy="106748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Прямая со стрелкой 845"/>
          <p:cNvCxnSpPr>
            <a:stCxn id="838" idx="2"/>
            <a:endCxn id="840" idx="0"/>
          </p:cNvCxnSpPr>
          <p:nvPr/>
        </p:nvCxnSpPr>
        <p:spPr>
          <a:xfrm>
            <a:off x="20524902" y="5181414"/>
            <a:ext cx="0" cy="26596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8" name="Прямая со стрелкой 847"/>
          <p:cNvCxnSpPr>
            <a:stCxn id="841" idx="2"/>
            <a:endCxn id="842" idx="0"/>
          </p:cNvCxnSpPr>
          <p:nvPr/>
        </p:nvCxnSpPr>
        <p:spPr>
          <a:xfrm>
            <a:off x="19457420" y="5995446"/>
            <a:ext cx="0" cy="2700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9" name="Прямоугольник 848"/>
          <p:cNvSpPr/>
          <p:nvPr/>
        </p:nvSpPr>
        <p:spPr>
          <a:xfrm>
            <a:off x="20061739" y="7069221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Преодоление социального кризиса (наше)</a:t>
            </a:r>
          </a:p>
        </p:txBody>
      </p:sp>
      <p:sp>
        <p:nvSpPr>
          <p:cNvPr id="852" name="Прямоугольник 851"/>
          <p:cNvSpPr/>
          <p:nvPr/>
        </p:nvSpPr>
        <p:spPr>
          <a:xfrm>
            <a:off x="23390779" y="545068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роли профсоюзов (наше)</a:t>
            </a:r>
          </a:p>
        </p:txBody>
      </p:sp>
      <p:sp>
        <p:nvSpPr>
          <p:cNvPr id="854" name="Прямоугольник 853"/>
          <p:cNvSpPr/>
          <p:nvPr/>
        </p:nvSpPr>
        <p:spPr>
          <a:xfrm>
            <a:off x="24443834" y="544738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Разработка новых социальных законов (наше)</a:t>
            </a:r>
          </a:p>
        </p:txBody>
      </p:sp>
      <p:cxnSp>
        <p:nvCxnSpPr>
          <p:cNvPr id="855" name="Соединительная линия уступом 854"/>
          <p:cNvCxnSpPr>
            <a:stCxn id="836" idx="2"/>
            <a:endCxn id="854" idx="0"/>
          </p:cNvCxnSpPr>
          <p:nvPr/>
        </p:nvCxnSpPr>
        <p:spPr>
          <a:xfrm rot="16200000" flipH="1">
            <a:off x="24247154" y="4787539"/>
            <a:ext cx="266700" cy="105298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7" name="Прямоугольник 856"/>
          <p:cNvSpPr/>
          <p:nvPr/>
        </p:nvSpPr>
        <p:spPr>
          <a:xfrm>
            <a:off x="24443834" y="6264151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прав трудящихся (наше)</a:t>
            </a:r>
          </a:p>
        </p:txBody>
      </p:sp>
      <p:sp>
        <p:nvSpPr>
          <p:cNvPr id="858" name="Прямоугольник 857"/>
          <p:cNvSpPr/>
          <p:nvPr/>
        </p:nvSpPr>
        <p:spPr>
          <a:xfrm>
            <a:off x="23390779" y="6264151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торговли с соседями (наше)</a:t>
            </a:r>
          </a:p>
        </p:txBody>
      </p:sp>
      <p:cxnSp>
        <p:nvCxnSpPr>
          <p:cNvPr id="860" name="Прямая со стрелкой 859"/>
          <p:cNvCxnSpPr>
            <a:stCxn id="836" idx="2"/>
            <a:endCxn id="852" idx="0"/>
          </p:cNvCxnSpPr>
          <p:nvPr/>
        </p:nvCxnSpPr>
        <p:spPr>
          <a:xfrm flipH="1">
            <a:off x="23853942" y="5180682"/>
            <a:ext cx="69" cy="27000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Прямая со стрелкой 860"/>
          <p:cNvCxnSpPr>
            <a:stCxn id="852" idx="2"/>
            <a:endCxn id="858" idx="0"/>
          </p:cNvCxnSpPr>
          <p:nvPr/>
        </p:nvCxnSpPr>
        <p:spPr>
          <a:xfrm>
            <a:off x="23853942" y="5990683"/>
            <a:ext cx="0" cy="27346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Прямая со стрелкой 863"/>
          <p:cNvCxnSpPr>
            <a:stCxn id="854" idx="2"/>
            <a:endCxn id="857" idx="0"/>
          </p:cNvCxnSpPr>
          <p:nvPr/>
        </p:nvCxnSpPr>
        <p:spPr>
          <a:xfrm>
            <a:off x="24906997" y="5987382"/>
            <a:ext cx="0" cy="27676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Прямая со стрелкой 869"/>
          <p:cNvCxnSpPr>
            <a:stCxn id="840" idx="2"/>
            <a:endCxn id="843" idx="0"/>
          </p:cNvCxnSpPr>
          <p:nvPr/>
        </p:nvCxnSpPr>
        <p:spPr>
          <a:xfrm>
            <a:off x="20524902" y="5987382"/>
            <a:ext cx="0" cy="27676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Соединительная линия уступом 872"/>
          <p:cNvCxnSpPr>
            <a:stCxn id="843" idx="2"/>
            <a:endCxn id="834" idx="0"/>
          </p:cNvCxnSpPr>
          <p:nvPr/>
        </p:nvCxnSpPr>
        <p:spPr>
          <a:xfrm rot="16200000" flipH="1">
            <a:off x="21225457" y="6103595"/>
            <a:ext cx="261020" cy="166213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Соединительная линия уступом 875"/>
          <p:cNvCxnSpPr>
            <a:stCxn id="852" idx="2"/>
            <a:endCxn id="834" idx="0"/>
          </p:cNvCxnSpPr>
          <p:nvPr/>
        </p:nvCxnSpPr>
        <p:spPr>
          <a:xfrm rot="5400000">
            <a:off x="22483244" y="5694473"/>
            <a:ext cx="1074488" cy="1666909"/>
          </a:xfrm>
          <a:prstGeom prst="bentConnector3">
            <a:avLst>
              <a:gd name="adj1" fmla="val 12768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" name="Прямая со стрелкой 879"/>
          <p:cNvCxnSpPr>
            <a:stCxn id="843" idx="2"/>
            <a:endCxn id="849" idx="0"/>
          </p:cNvCxnSpPr>
          <p:nvPr/>
        </p:nvCxnSpPr>
        <p:spPr>
          <a:xfrm>
            <a:off x="20524902" y="6804151"/>
            <a:ext cx="0" cy="26507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3" name="Прямоугольник 882"/>
          <p:cNvSpPr/>
          <p:nvPr/>
        </p:nvSpPr>
        <p:spPr>
          <a:xfrm>
            <a:off x="21124320" y="625646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Борьба с провинциальным национализмом (национализация Каталонии и т.д.)</a:t>
            </a:r>
          </a:p>
        </p:txBody>
      </p:sp>
      <p:cxnSp>
        <p:nvCxnSpPr>
          <p:cNvPr id="885" name="Соединительная линия уступом 884"/>
          <p:cNvCxnSpPr>
            <a:stCxn id="830" idx="2"/>
            <a:endCxn id="883" idx="0"/>
          </p:cNvCxnSpPr>
          <p:nvPr/>
        </p:nvCxnSpPr>
        <p:spPr>
          <a:xfrm rot="5400000">
            <a:off x="21756752" y="5826177"/>
            <a:ext cx="261021" cy="59955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887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34710</TotalTime>
  <Words>132</Words>
  <Application>Microsoft Office PowerPoint</Application>
  <PresentationFormat>Произвольный</PresentationFormat>
  <Paragraphs>22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Kirill</dc:creator>
  <cp:lastModifiedBy>Антон Алёшин</cp:lastModifiedBy>
  <cp:revision>2039</cp:revision>
  <dcterms:created xsi:type="dcterms:W3CDTF">2018-10-23T08:09:21Z</dcterms:created>
  <dcterms:modified xsi:type="dcterms:W3CDTF">2026-05-05T09:50:57Z</dcterms:modified>
</cp:coreProperties>
</file>